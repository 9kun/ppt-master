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先从文件菜单新建源代码，得到一张空白的代码纸。孩子只要能独立找到空白编辑区即可，不需要记住每一个菜单。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回到熟悉的实验站，操作顺序仍然是选择、代码、运行、结果。界面不变，我们就能把注意力留给新的代码规则。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这道题要求输出 thank you。先核对全部小写和中间的一个空格，再把整句话放进英文双引号，句末补上英文分号。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哪条语句能正确输出 apple？先投票，再按固定顺序检查：小写 cout、两个小于号、英文引号、英文分号。正确答案是 C。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endl 表示结束当前行，并把光标送到下一行。它写在双引号外，通过两个小于号连接；每使用一次 endl，就换一次行。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我们再次回到同一实验站。请孩子先说出四步操作顺序，再准备把多行输出用到诗词练习里。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标题和四句诗一共需要五条 cout。每句诗要与题目逐字一致，中文标点和换行都属于输出内容的一部分。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去掉双引号后，三加五变成真正的表达式，会先计算再输出八。记住口诀：有引号照抄，没引号计算。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实验站仍然没有变化。现在请孩子把注意力放在代码内容上，准备把自然语言写成可以计算的表达式。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三道练习先口算，再写进 cout。第二题要留意括号顺序，第三题连续输出三项时先别急着看答案，给孩子一点思考时间。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每执行一条 cout，右侧图案就增加一层。星号画出实体，空格控制位置，endl 负责换到下一行，三者一起决定形状。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最后一次回到固定实验站。请孩子复述选择、代码、运行、结果四步，再进入图案闯关。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五个连续星号可以放在同一个字符串里一次输出。先让五颗星拼起来，再把它们整体送进终端。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写代码前先观察目标图案。请孩子逐行数树冠层数、星号数量、左侧空格和树干位置；家长只提问，不代替孩子数。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六行目标对应六条 cout，字符串中的空格必须完整保留。每揭示一条代码，就去右侧确认对应的一行是否对齐。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第二幕把刚才用过的代码整理成模板。五块积木重新归位后，我们会复习程序框架、cout 规则和关键词。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  <a:endParaRPr 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  <a:endParaRPr 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  <a:endParaRPr 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第三幕开始独立闯关。每道题都走同一个闭环：读题、设计输出、写代码、运行检查。</a:t>
            </a:r>
            <a:endParaRPr 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  <a:endParaRPr 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rgbClr val="2E9BFF">
              <a:alpha val="1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rgbClr val="FF6FA5">
              <a:alpha val="28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亲子 C++ 公开课</a:t>
              </a:r>
              <a:endParaRPr lang="zh-CN" sz="1800" b="1" dirty="0">
                <a:solidFill>
                  <a:srgbClr val="2E9B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初识 C++</a:t>
              </a:r>
              <a:endParaRPr lang="zh-CN" sz="43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9B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 cout，让电脑开口</a:t>
              </a:r>
              <a:endParaRPr lang="zh-CN" sz="2400" b="1" dirty="0">
                <a:solidFill>
                  <a:srgbClr val="2E9B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说话、算结果、画图案，编程像搭积木一样好玩。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让电脑说话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让电脑计算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让电脑画图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"Hello, C++!";</a:t>
              </a:r>
              <a:endParaRPr lang="en-US" sz="16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RUN ▶</a:t>
              </a:r>
              <a:endParaRPr lang="en-US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rgbClr val="2E9BFF">
                <a:alpha val="12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准备好了吗？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我们一起让电脑开口！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大仙老师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>
            <a:alphaModFix amt="82000"/>
          </a:blip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5">
              <a:alpha val="24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今天的三幕课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2E9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E9B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2400" b="1" dirty="0">
                <a:solidFill>
                  <a:srgbClr val="2E9B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新知精学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认识环境与 cout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看见第一声输出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FF9F1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9F1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400" b="1" dirty="0">
                <a:solidFill>
                  <a:srgbClr val="FF9F1C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知识梳理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记住五要素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整理输出规则</a:t>
              </a:r>
              <a:endParaRPr lang="zh-CN" sz="16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FF6FA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400" b="1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综合精练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独立完成 8 道题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把方法带回家</a:t>
              </a:r>
              <a:endParaRPr lang="zh-CN" sz="16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rgbClr val="EAF5FF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家长陪练提示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每幕结束，问孩子：“你能解释吗？你能自己写吗？”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5">
              <a:alpha val="12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9F1C">
                      <a:alphaMod val="18000"/>
                    </a:srgb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01</a:t>
              </a:r>
              <a:endParaRPr lang="en-US" sz="14250" b="1" dirty="0">
                <a:solidFill>
                  <a:srgbClr val="FF9F1C">
                    <a:alphaMod val="18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新知精学</a:t>
              </a:r>
              <a:endParaRPr lang="zh-CN" sz="43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先让电脑说出第一句话</a:t>
              </a:r>
              <a:endParaRPr lang="zh-CN" sz="18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认识环境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写下第一行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看见运行结果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2E9B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2E9BFF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我们从第一声开始！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Y2060 · 计算机输出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任务：让电脑说 Hello World!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今天的第一关</a:t>
              </a:r>
              <a:endParaRPr lang="zh-CN" sz="24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让屏幕准确显示：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en-US" sz="21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大小写一致 · 感叹号不丢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rgbClr val="203044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en-US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rgbClr val="203044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成功标准：文字完全一致，屏幕就会按你的命令开口。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开发环境：Dev-C++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本课使用 5.11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rgbClr val="EAF5FF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Dev-C++ 5.11</a:t>
              </a:r>
              <a:endParaRPr lang="en-US" sz="18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写代码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编译检查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运行观察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工具会更换，但读懂和写出 C++ 代码的核心技能不会变。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新建文件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找到第 1 行：这就是空白代码纸</a:t>
              </a:r>
              <a:endParaRPr lang="zh-CN" sz="15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①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②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③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操作路线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文件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rgbClr val="CFE5F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新建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rgbClr val="CFE5F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源代码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家长提示</a:t>
              </a:r>
              <a:endParaRPr lang="zh-CN" sz="15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会找到空白区就够了。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编写代码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先完整搭好，再逐块理解</a:t>
              </a:r>
              <a:endParaRPr lang="zh-CN" sz="18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rgbClr val="2E9B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rgbClr val="2E9BF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rgbClr val="FF6FA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rgbClr val="FF6FA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rgbClr val="FF9F1C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菜单栏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工具栏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项目管理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窗口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编辑区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报告窗口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先认识界面区域，再逐块理解代码作用。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工具箱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头文件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标准仓库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std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正门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main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广播喇叭</a:t>
              </a:r>
              <a:endPara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cout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完成印章</a:t>
              </a:r>
              <a:endParaRPr lang="zh-CN" sz="165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 0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保存、编译、运行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rgbClr val="FF6FA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6FA5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456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编译运行按钮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编译报告窗口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 .cpp</a:t>
              </a:r>
              <a:endParaRPr lang="zh-CN" sz="19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示例：hello.cpp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编译检查</a:t>
              </a:r>
              <a:endParaRPr lang="zh-CN" sz="19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看到 0 errors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运行观察</a:t>
              </a:r>
              <a:endParaRPr lang="zh-CN" sz="19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核对屏幕输出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 errors / 0 warnings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 → 编译 → 运行，顺序不能乱。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第一声：运行成功！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rgbClr val="17243A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第一行：Hello World!</a:t>
              </a:r>
              <a:endParaRPr lang="zh-CN" sz="15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就是程序输出的内容。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C55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 value 0</a:t>
              </a:r>
              <a:endParaRPr lang="en-US" sz="1500" b="1" dirty="0">
                <a:solidFill>
                  <a:srgbClr val="22C55E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表示程序正常结束。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506067" cy="708660"/>
            <a:chOff x="500060" y="432435"/>
            <a:chExt cx="11506067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 </a:t>
              </a:r>
              <a:r>
                <a:rPr lang="en-US" sz="27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7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选一个任务，让 cout 开始工作！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8210550" y="438150"/>
              <a:ext cx="3524250" cy="5143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9222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选任务　→　② 看代码　→　③ 运行　→　④ 看结果</a:t>
              </a:r>
              <a:endParaRPr lang="zh-CN" sz="13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EAF5FF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▶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2E9B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Hello!</a:t>
              </a:r>
              <a:endParaRPr lang="en-US" sz="1350" dirty="0">
                <a:solidFill>
                  <a:srgbClr val="2E9B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让电脑说中文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你好!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❤</a:t>
              </a:r>
              <a:endParaRPr lang="en-US" sz="21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❤ 表白程序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 ❤ Coding!</a:t>
              </a:r>
              <a:endParaRPr lang="en-US" sz="1350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29" name="Rectangle 2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代码编辑器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先读代码，再点击按钮观察终端 ✨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3" name="TextBox 4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"你好，小小程序员！";</a:t>
              </a:r>
              <a:endParaRPr lang="zh-CN" sz="158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45" name="TextBox 45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"Hello, World!";</a:t>
              </a:r>
              <a:endParaRPr lang="en-US" sz="158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7" name="TextBox 47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"你好，小小程序员！";</a:t>
              </a:r>
              <a:endParaRPr lang="zh-CN" sz="158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"I ❤ Coding！";</a:t>
              </a:r>
              <a:endParaRPr lang="zh-CN" sz="158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1" name="Rectangle 5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4" name="Rectangle 5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3" name="Rectangle 63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运行结果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2" name="TextBox 72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点击运行，让电脑开口说话!</a:t>
              </a:r>
              <a:endParaRPr lang="zh-CN" sz="142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4" name="TextBox 7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点击运行，让电脑开口说话!</a:t>
              </a:r>
              <a:endParaRPr lang="zh-CN" sz="142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76" name="TextBox 76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运行中...</a:t>
              </a:r>
              <a:endParaRPr lang="zh-CN" sz="15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78" name="TextBox 78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电脑说话了！！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0" name="TextBox 80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2" name="TextBox 82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84" name="TextBox 84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,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!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04" name="TextBox 104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06" name="TextBox 106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好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08" name="TextBox 108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程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序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员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！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2" name="TextBox 122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❤</a:t>
              </a:r>
              <a:endParaRPr lang="en-US" sz="2400" b="1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26" name="TextBox 126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0" name="TextBox 130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！</a:t>
              </a:r>
              <a:endParaRPr lang="zh-CN" sz="232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ntr" presetSubtype="0" restart="always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" presetClass="entr" presetSubtype="0" restart="always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" presetClass="entr" presetSubtype="0" restart="always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ntr" presetSubtype="0" restart="always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ntr" presetSubtype="0" restart="always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1" presetClass="entr" presetSubtype="0" restart="always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0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8" fill="hold">
                      <p:stCondLst>
                        <p:cond delay="0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indefinite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6" fill="hold">
                      <p:stCondLst>
                        <p:cond delay="indefinite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0" fill="hold">
                      <p:stCondLst>
                        <p:cond delay="indefinite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4" fill="hold">
                      <p:stCondLst>
                        <p:cond delay="indefinite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>
                      <p:stCondLst>
                        <p:cond delay="indefinite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2" fill="hold">
                      <p:stCondLst>
                        <p:cond delay="indefinite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id="55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indefinite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0" fill="hold">
                      <p:stCondLst>
                        <p:cond delay="indefinite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fill="hold">
                      <p:stCondLst>
                        <p:cond delay="indefinite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2" fill="hold">
                      <p:stCondLst>
                        <p:cond delay="indefinite"/>
                      </p:stCondLst>
                      <p:childTnLst>
                        <p:par>
                          <p:cTn id="573" fill="hold">
                            <p:stCondLst>
                              <p:cond delay="0"/>
                            </p:stCondLst>
                            <p:childTnLst>
                              <p:par>
                                <p:cTn id="57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6" fill="hold">
                      <p:stCondLst>
                        <p:cond delay="indefinite"/>
                      </p:stCondLst>
                      <p:childTnLst>
                        <p:par>
                          <p:cTn id="577" fill="hold">
                            <p:stCondLst>
                              <p:cond delay="0"/>
                            </p:stCondLst>
                            <p:childTnLst>
                              <p:par>
                                <p:cTn id="57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>
                      <p:stCondLst>
                        <p:cond delay="indefinite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par>
                                <p:cTn id="58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>
                      <p:stCondLst>
                        <p:cond delay="indefinite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id="58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fill="hold">
                      <p:stCondLst>
                        <p:cond delay="indefinite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id="59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6" fill="hold">
                      <p:stCondLst>
                        <p:cond delay="indefinite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id="59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" fill="hold">
                      <p:stCondLst>
                        <p:cond delay="indefinite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fill="hold">
                      <p:stCondLst>
                        <p:cond delay="indefinite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id="60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fill="hold">
                      <p:stCondLst>
                        <p:cond delay="indefinite"/>
                      </p:stCondLst>
                      <p:childTnLst>
                        <p:par>
                          <p:cTn id="609" fill="hold">
                            <p:stCondLst>
                              <p:cond delay="0"/>
                            </p:stCondLst>
                            <p:childTnLst>
                              <p:par>
                                <p:cTn id="61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" fill="hold">
                      <p:stCondLst>
                        <p:cond delay="indefinite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6" fill="hold">
                      <p:stCondLst>
                        <p:cond delay="indefinite"/>
                      </p:stCondLst>
                      <p:childTnLst>
                        <p:par>
                          <p:cTn id="617" fill="hold">
                            <p:stCondLst>
                              <p:cond delay="0"/>
                            </p:stCondLst>
                            <p:childTnLst>
                              <p:par>
                                <p:cTn id="61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0" fill="hold">
                      <p:stCondLst>
                        <p:cond delay="indefinite"/>
                      </p:stCondLst>
                      <p:childTnLst>
                        <p:par>
                          <p:cTn id="621" fill="hold">
                            <p:stCondLst>
                              <p:cond delay="0"/>
                            </p:stCondLst>
                            <p:childTnLst>
                              <p:par>
                                <p:cTn id="62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4" fill="hold">
                      <p:stCondLst>
                        <p:cond delay="indefinite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fill="hold">
                      <p:stCondLst>
                        <p:cond delay="indefinite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par>
                                <p:cTn id="63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2" fill="hold">
                      <p:stCondLst>
                        <p:cond delay="indefinite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id="63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6" fill="hold">
                      <p:stCondLst>
                        <p:cond delay="indefinite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id="63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0" fill="hold">
                      <p:stCondLst>
                        <p:cond delay="indefinite"/>
                      </p:stCondLst>
                      <p:childTnLst>
                        <p:par>
                          <p:cTn id="641" fill="hold">
                            <p:stCondLst>
                              <p:cond delay="0"/>
                            </p:stCondLst>
                            <p:childTnLst>
                              <p:par>
                                <p:cTn id="64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4" fill="hold">
                      <p:stCondLst>
                        <p:cond delay="indefinite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8" fill="hold">
                      <p:stCondLst>
                        <p:cond delay="indefinite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2" fill="hold">
                      <p:stCondLst>
                        <p:cond delay="indefinite"/>
                      </p:stCondLst>
                      <p:childTnLst>
                        <p:par>
                          <p:cTn id="653" fill="hold">
                            <p:stCondLst>
                              <p:cond delay="0"/>
                            </p:stCondLst>
                            <p:childTnLst>
                              <p:par>
                                <p:cTn id="65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6" fill="hold">
                      <p:stCondLst>
                        <p:cond delay="indefinite"/>
                      </p:stCondLst>
                      <p:childTnLst>
                        <p:par>
                          <p:cTn id="657" fill="hold">
                            <p:stCondLst>
                              <p:cond delay="0"/>
                            </p:stCondLst>
                            <p:childTnLst>
                              <p:par>
                                <p:cTn id="65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0" fill="hold">
                      <p:stCondLst>
                        <p:cond delay="indefinite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4" fill="hold">
                      <p:stCondLst>
                        <p:cond delay="indefinite"/>
                      </p:stCondLst>
                      <p:childTnLst>
                        <p:par>
                          <p:cTn id="665" fill="hold">
                            <p:stCondLst>
                              <p:cond delay="0"/>
                            </p:stCondLst>
                            <p:childTnLst>
                              <p:par>
                                <p:cTn id="66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8" fill="hold">
                      <p:stCondLst>
                        <p:cond delay="indefinite"/>
                      </p:stCondLst>
                      <p:childTnLst>
                        <p:par>
                          <p:cTn id="669" fill="hold">
                            <p:stCondLst>
                              <p:cond delay="0"/>
                            </p:stCondLst>
                            <p:childTnLst>
                              <p:par>
                                <p:cTn id="670" presetID="1" presetClass="entr" presetSubtype="0" restart="always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2" fill="hold">
                      <p:stCondLst>
                        <p:cond delay="indefinite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presetID="1" presetClass="entr" presetSubtype="0" restart="always" fill="hold" grpId="0" nodeType="click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6" fill="hold">
                      <p:stCondLst>
                        <p:cond delay="indefinite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id="678" presetID="1" presetClass="entr" presetSubtype="0" restart="always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680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1" fill="hold">
                      <p:stCondLst>
                        <p:cond delay="0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5" fill="hold">
                      <p:stCondLst>
                        <p:cond delay="indefinite"/>
                      </p:stCondLst>
                      <p:childTnLst>
                        <p:par>
                          <p:cTn id="686" fill="hold">
                            <p:stCondLst>
                              <p:cond delay="0"/>
                            </p:stCondLst>
                            <p:childTnLst>
                              <p:par>
                                <p:cTn id="68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9" fill="hold">
                      <p:stCondLst>
                        <p:cond delay="indefinite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3" fill="hold">
                      <p:stCondLst>
                        <p:cond delay="indefinite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indefinite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1" fill="hold">
                      <p:stCondLst>
                        <p:cond delay="indefinite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id="70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5" fill="hold">
                      <p:stCondLst>
                        <p:cond delay="indefinite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9" fill="hold">
                      <p:stCondLst>
                        <p:cond delay="indefinite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id="71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3" fill="hold">
                      <p:stCondLst>
                        <p:cond delay="indefinite"/>
                      </p:stCondLst>
                      <p:childTnLst>
                        <p:par>
                          <p:cTn id="714" fill="hold">
                            <p:stCondLst>
                              <p:cond delay="0"/>
                            </p:stCondLst>
                            <p:childTnLst>
                              <p:par>
                                <p:cTn id="71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7" fill="hold">
                      <p:stCondLst>
                        <p:cond delay="indefinite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1" fill="hold">
                      <p:stCondLst>
                        <p:cond delay="indefinite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id="72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5" fill="hold">
                      <p:stCondLst>
                        <p:cond delay="indefinite"/>
                      </p:stCondLst>
                      <p:childTnLst>
                        <p:par>
                          <p:cTn id="726" fill="hold">
                            <p:stCondLst>
                              <p:cond delay="0"/>
                            </p:stCondLst>
                            <p:childTnLst>
                              <p:par>
                                <p:cTn id="72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9" fill="hold">
                      <p:stCondLst>
                        <p:cond delay="indefinite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3" fill="hold">
                      <p:stCondLst>
                        <p:cond delay="indefinite"/>
                      </p:stCondLst>
                      <p:childTnLst>
                        <p:par>
                          <p:cTn id="734" fill="hold">
                            <p:stCondLst>
                              <p:cond delay="0"/>
                            </p:stCondLst>
                            <p:childTnLst>
                              <p:par>
                                <p:cTn id="735" presetID="1" presetClass="entr" presetSubtype="0" restart="always" fill="hold" grpId="0" nodeType="click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7" fill="hold">
                      <p:stCondLst>
                        <p:cond delay="indefinite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presetID="1" presetClass="entr" presetSubtype="0" restart="always" fill="hold" grpId="0" nodeType="click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1" fill="hold">
                      <p:stCondLst>
                        <p:cond delay="indefinite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presetID="1" presetClass="entr" presetSubtype="0" restart="always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5" fill="hold">
                      <p:stCondLst>
                        <p:cond delay="indefinite"/>
                      </p:stCondLst>
                      <p:childTnLst>
                        <p:par>
                          <p:cTn id="746" fill="hold">
                            <p:stCondLst>
                              <p:cond delay="0"/>
                            </p:stCondLst>
                            <p:childTnLst>
                              <p:par>
                                <p:cTn id="747" presetID="1" presetClass="entr" presetSubtype="0" restart="always" fill="hold" grpId="0" nodeType="click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9" fill="hold">
                      <p:stCondLst>
                        <p:cond delay="indefinite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presetID="1" presetClass="entr" presetSubtype="0" restart="always" fill="hold" grpId="0" nodeType="click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3" fill="hold">
                      <p:stCondLst>
                        <p:cond delay="indefinite"/>
                      </p:stCondLst>
                      <p:childTnLst>
                        <p:par>
                          <p:cTn id="754" fill="hold">
                            <p:stCondLst>
                              <p:cond delay="0"/>
                            </p:stCondLst>
                            <p:childTnLst>
                              <p:par>
                                <p:cTn id="755" presetID="1" presetClass="exit" presetSubtype="0" restart="always" fill="hold" grpId="0" nodeType="clickEffect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7" fill="hold">
                      <p:stCondLst>
                        <p:cond delay="indefinite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id="759" presetID="1" presetClass="entr" presetSubtype="0" restart="always" fill="hold" grpId="0" nodeType="click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1" fill="hold">
                      <p:stCondLst>
                        <p:cond delay="indefinite"/>
                      </p:stCondLst>
                      <p:childTnLst>
                        <p:par>
                          <p:cTn id="762" fill="hold">
                            <p:stCondLst>
                              <p:cond delay="0"/>
                            </p:stCondLst>
                            <p:childTnLst>
                              <p:par>
                                <p:cTn id="763" presetID="1" presetClass="entr" presetSubtype="0" restart="always" fill="hold" grpId="0" nodeType="click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5" fill="hold">
                      <p:stCondLst>
                        <p:cond delay="indefinite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1" presetClass="entr" presetSubtype="0" restart="always" fill="hold" grpId="0" nodeType="click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9" fill="hold">
                      <p:stCondLst>
                        <p:cond delay="indefinite"/>
                      </p:stCondLst>
                      <p:childTnLst>
                        <p:par>
                          <p:cTn id="770" fill="hold">
                            <p:stCondLst>
                              <p:cond delay="0"/>
                            </p:stCondLst>
                            <p:childTnLst>
                              <p:par>
                                <p:cTn id="771" presetID="1" presetClass="entr" presetSubtype="0" restart="always" fill="hold" grpId="0" nodeType="click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3" fill="hold">
                      <p:stCondLst>
                        <p:cond delay="indefinite"/>
                      </p:stCondLst>
                      <p:childTnLst>
                        <p:par>
                          <p:cTn id="774" fill="hold">
                            <p:stCondLst>
                              <p:cond delay="0"/>
                            </p:stCondLst>
                            <p:childTnLst>
                              <p:par>
                                <p:cTn id="775" presetID="1" presetClass="entr" presetSubtype="0" restart="always" fill="hold" grpId="0" nodeType="click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7" fill="hold">
                      <p:stCondLst>
                        <p:cond delay="indefinite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1" presetClass="entr" presetSubtype="0" restart="always" fill="hold" grpId="0" nodeType="click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8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2" fill="hold">
                      <p:stCondLst>
                        <p:cond delay="0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id="78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6" fill="hold">
                      <p:stCondLst>
                        <p:cond delay="indefinite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id="78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0" fill="hold">
                      <p:stCondLst>
                        <p:cond delay="indefinite"/>
                      </p:stCondLst>
                      <p:childTnLst>
                        <p:par>
                          <p:cTn id="791" fill="hold">
                            <p:stCondLst>
                              <p:cond delay="0"/>
                            </p:stCondLst>
                            <p:childTnLst>
                              <p:par>
                                <p:cTn id="79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4" fill="hold">
                      <p:stCondLst>
                        <p:cond delay="indefinite"/>
                      </p:stCondLst>
                      <p:childTnLst>
                        <p:par>
                          <p:cTn id="795" fill="hold">
                            <p:stCondLst>
                              <p:cond delay="0"/>
                            </p:stCondLst>
                            <p:childTnLst>
                              <p:par>
                                <p:cTn id="79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8" fill="hold">
                      <p:stCondLst>
                        <p:cond delay="indefinite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2" fill="hold">
                      <p:stCondLst>
                        <p:cond delay="indefinite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id="80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6" fill="hold">
                      <p:stCondLst>
                        <p:cond delay="indefinite"/>
                      </p:stCondLst>
                      <p:childTnLst>
                        <p:par>
                          <p:cTn id="807" fill="hold">
                            <p:stCondLst>
                              <p:cond delay="0"/>
                            </p:stCondLst>
                            <p:childTnLst>
                              <p:par>
                                <p:cTn id="80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0" fill="hold">
                      <p:stCondLst>
                        <p:cond delay="indefinite"/>
                      </p:stCondLst>
                      <p:childTnLst>
                        <p:par>
                          <p:cTn id="811" fill="hold">
                            <p:stCondLst>
                              <p:cond delay="0"/>
                            </p:stCondLst>
                            <p:childTnLst>
                              <p:par>
                                <p:cTn id="81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4" fill="hold">
                      <p:stCondLst>
                        <p:cond delay="indefinite"/>
                      </p:stCondLst>
                      <p:childTnLst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id="81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8" fill="hold">
                      <p:stCondLst>
                        <p:cond delay="indefinite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par>
                                <p:cTn id="82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2" fill="hold">
                      <p:stCondLst>
                        <p:cond delay="indefinite"/>
                      </p:stCondLst>
                      <p:childTnLst>
                        <p:par>
                          <p:cTn id="823" fill="hold">
                            <p:stCondLst>
                              <p:cond delay="0"/>
                            </p:stCondLst>
                            <p:childTnLst>
                              <p:par>
                                <p:cTn id="82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6" fill="hold">
                      <p:stCondLst>
                        <p:cond delay="indefinite"/>
                      </p:stCondLst>
                      <p:childTnLst>
                        <p:par>
                          <p:cTn id="827" fill="hold">
                            <p:stCondLst>
                              <p:cond delay="0"/>
                            </p:stCondLst>
                            <p:childTnLst>
                              <p:par>
                                <p:cTn id="82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0" fill="hold">
                      <p:stCondLst>
                        <p:cond delay="indefinite"/>
                      </p:stCondLst>
                      <p:childTnLst>
                        <p:par>
                          <p:cTn id="831" fill="hold">
                            <p:stCondLst>
                              <p:cond delay="0"/>
                            </p:stCondLst>
                            <p:childTnLst>
                              <p:par>
                                <p:cTn id="83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4" fill="hold">
                      <p:stCondLst>
                        <p:cond delay="indefinite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8" fill="hold">
                      <p:stCondLst>
                        <p:cond delay="indefinite"/>
                      </p:stCondLst>
                      <p:childTnLst>
                        <p:par>
                          <p:cTn id="839" fill="hold">
                            <p:stCondLst>
                              <p:cond delay="0"/>
                            </p:stCondLst>
                            <p:childTnLst>
                              <p:par>
                                <p:cTn id="84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2" fill="hold">
                      <p:stCondLst>
                        <p:cond delay="indefinite"/>
                      </p:stCondLst>
                      <p:childTnLst>
                        <p:par>
                          <p:cTn id="843" fill="hold">
                            <p:stCondLst>
                              <p:cond delay="0"/>
                            </p:stCondLst>
                            <p:childTnLst>
                              <p:par>
                                <p:cTn id="844" presetID="1" presetClass="entr" presetSubtype="0" restart="always" fill="hold" grpId="0" nodeType="click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6" fill="hold">
                      <p:stCondLst>
                        <p:cond delay="indefinite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id="848" presetID="1" presetClass="entr" presetSubtype="0" restart="always" fill="hold" grpId="0" nodeType="click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0" fill="hold">
                      <p:stCondLst>
                        <p:cond delay="indefinite"/>
                      </p:stCondLst>
                      <p:childTnLst>
                        <p:par>
                          <p:cTn id="851" fill="hold">
                            <p:stCondLst>
                              <p:cond delay="0"/>
                            </p:stCondLst>
                            <p:childTnLst>
                              <p:par>
                                <p:cTn id="852" presetID="1" presetClass="entr" presetSubtype="0" restart="always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4" fill="hold">
                      <p:stCondLst>
                        <p:cond delay="indefinite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par>
                                <p:cTn id="856" presetID="1" presetClass="entr" presetSubtype="0" restart="always" fill="hold" grpId="0" nodeType="click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8" fill="hold">
                      <p:stCondLst>
                        <p:cond delay="indefinite"/>
                      </p:stCondLst>
                      <p:childTnLst>
                        <p:par>
                          <p:cTn id="859" fill="hold">
                            <p:stCondLst>
                              <p:cond delay="0"/>
                            </p:stCondLst>
                            <p:childTnLst>
                              <p:par>
                                <p:cTn id="860" presetID="1" presetClass="entr" presetSubtype="0" restart="always" fill="hold" grpId="0" nodeType="click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2" fill="hold">
                      <p:stCondLst>
                        <p:cond delay="indefinite"/>
                      </p:stCondLst>
                      <p:childTnLst>
                        <p:par>
                          <p:cTn id="863" fill="hold">
                            <p:stCondLst>
                              <p:cond delay="0"/>
                            </p:stCondLst>
                            <p:childTnLst>
                              <p:par>
                                <p:cTn id="864" presetID="1" presetClass="exit" presetSubtype="0" restart="always" fill="hold" grpId="0" nodeType="clickEffect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6" fill="hold">
                      <p:stCondLst>
                        <p:cond delay="indefinite"/>
                      </p:stCondLst>
                      <p:childTnLst>
                        <p:par>
                          <p:cTn id="867" fill="hold">
                            <p:stCondLst>
                              <p:cond delay="0"/>
                            </p:stCondLst>
                            <p:childTnLst>
                              <p:par>
                                <p:cTn id="868" presetID="1" presetClass="entr" presetSubtype="0" restart="always" fill="hold" grpId="0" nodeType="click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0" fill="hold">
                      <p:stCondLst>
                        <p:cond delay="indefinite"/>
                      </p:stCondLst>
                      <p:childTnLst>
                        <p:par>
                          <p:cTn id="871" fill="hold">
                            <p:stCondLst>
                              <p:cond delay="0"/>
                            </p:stCondLst>
                            <p:childTnLst>
                              <p:par>
                                <p:cTn id="872" presetID="1" presetClass="entr" presetSubtype="0" restart="always" fill="hold" grpId="0" nodeType="click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4" fill="hold">
                      <p:stCondLst>
                        <p:cond delay="indefinite"/>
                      </p:stCondLst>
                      <p:childTnLst>
                        <p:par>
                          <p:cTn id="875" fill="hold">
                            <p:stCondLst>
                              <p:cond delay="0"/>
                            </p:stCondLst>
                            <p:childTnLst>
                              <p:par>
                                <p:cTn id="876" presetID="1" presetClass="entr" presetSubtype="0" restart="always" fill="hold" grpId="0" nodeType="click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8" fill="hold">
                      <p:stCondLst>
                        <p:cond delay="indefinite"/>
                      </p:stCondLst>
                      <p:childTnLst>
                        <p:par>
                          <p:cTn id="879" fill="hold">
                            <p:stCondLst>
                              <p:cond delay="0"/>
                            </p:stCondLst>
                            <p:childTnLst>
                              <p:par>
                                <p:cTn id="880" presetID="1" presetClass="entr" presetSubtype="0" restart="always" fill="hold" grpId="0" nodeType="click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2" fill="hold">
                      <p:stCondLst>
                        <p:cond delay="indefinite"/>
                      </p:stCondLst>
                      <p:childTnLst>
                        <p:par>
                          <p:cTn id="883" fill="hold">
                            <p:stCondLst>
                              <p:cond delay="0"/>
                            </p:stCondLst>
                            <p:childTnLst>
                              <p:par>
                                <p:cTn id="884" presetID="1" presetClass="entr" presetSubtype="0" restart="always" fill="hold" grpId="0" nodeType="click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6" fill="hold">
                      <p:stCondLst>
                        <p:cond delay="indefinite"/>
                      </p:stCondLst>
                      <p:childTnLst>
                        <p:par>
                          <p:cTn id="887" fill="hold">
                            <p:stCondLst>
                              <p:cond delay="0"/>
                            </p:stCondLst>
                            <p:childTnLst>
                              <p:par>
                                <p:cTn id="888" presetID="1" presetClass="entr" presetSubtype="0" restart="always" fill="hold" grpId="0" nodeType="click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0" fill="hold">
                      <p:stCondLst>
                        <p:cond delay="indefinite"/>
                      </p:stCondLst>
                      <p:childTnLst>
                        <p:par>
                          <p:cTn id="891" fill="hold">
                            <p:stCondLst>
                              <p:cond delay="0"/>
                            </p:stCondLst>
                            <p:childTnLst>
                              <p:par>
                                <p:cTn id="892" presetID="1" presetClass="entr" presetSubtype="0" restart="always" fill="hold" grpId="0" nodeType="click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4" fill="hold">
                      <p:stCondLst>
                        <p:cond delay="indefinite"/>
                      </p:stCondLst>
                      <p:childTnLst>
                        <p:par>
                          <p:cTn id="895" fill="hold">
                            <p:stCondLst>
                              <p:cond delay="0"/>
                            </p:stCondLst>
                            <p:childTnLst>
                              <p:par>
                                <p:cTn id="896" presetID="1" presetClass="entr" presetSubtype="0" restart="always" fill="hold" grpId="0" nodeType="click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8" fill="hold">
                      <p:stCondLst>
                        <p:cond delay="indefinite"/>
                      </p:stCondLst>
                      <p:childTnLst>
                        <p:par>
                          <p:cTn id="899" fill="hold">
                            <p:stCondLst>
                              <p:cond delay="0"/>
                            </p:stCondLst>
                            <p:childTnLst>
                              <p:par>
                                <p:cTn id="900" presetID="1" presetClass="entr" presetSubtype="0" restart="always" fill="hold" grpId="0" nodeType="click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7" fill="hold">
                      <p:stCondLst>
                        <p:cond delay="indefinite"/>
                      </p:stCondLst>
                      <p:childTnLst>
                        <p:par>
                          <p:cTn id="908" fill="hold">
                            <p:stCondLst>
                              <p:cond delay="0"/>
                            </p:stCondLst>
                            <p:childTnLst>
                              <p:par>
                                <p:cTn id="90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1" fill="hold">
                      <p:stCondLst>
                        <p:cond delay="indefinite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id="91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5" fill="hold">
                      <p:stCondLst>
                        <p:cond delay="indefinite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9" fill="hold">
                      <p:stCondLst>
                        <p:cond delay="indefinite"/>
                      </p:stCondLst>
                      <p:childTnLst>
                        <p:par>
                          <p:cTn id="920" fill="hold">
                            <p:stCondLst>
                              <p:cond delay="0"/>
                            </p:stCondLst>
                            <p:childTnLst>
                              <p:par>
                                <p:cTn id="92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3" fill="hold">
                      <p:stCondLst>
                        <p:cond delay="indefinite"/>
                      </p:stCondLst>
                      <p:childTnLst>
                        <p:par>
                          <p:cTn id="924" fill="hold">
                            <p:stCondLst>
                              <p:cond delay="0"/>
                            </p:stCondLst>
                            <p:childTnLst>
                              <p:par>
                                <p:cTn id="92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7" fill="hold">
                      <p:stCondLst>
                        <p:cond delay="indefinite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1" fill="hold">
                      <p:stCondLst>
                        <p:cond delay="indefinite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id="93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5" fill="hold">
                      <p:stCondLst>
                        <p:cond delay="indefinite"/>
                      </p:stCondLst>
                      <p:childTnLst>
                        <p:par>
                          <p:cTn id="936" fill="hold">
                            <p:stCondLst>
                              <p:cond delay="0"/>
                            </p:stCondLst>
                            <p:childTnLst>
                              <p:par>
                                <p:cTn id="93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9" fill="hold">
                      <p:stCondLst>
                        <p:cond delay="indefinite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3" fill="hold">
                      <p:stCondLst>
                        <p:cond delay="indefinite"/>
                      </p:stCondLst>
                      <p:childTnLst>
                        <p:par>
                          <p:cTn id="944" fill="hold">
                            <p:stCondLst>
                              <p:cond delay="0"/>
                            </p:stCondLst>
                            <p:childTnLst>
                              <p:par>
                                <p:cTn id="94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7" fill="hold">
                      <p:stCondLst>
                        <p:cond delay="indefinite"/>
                      </p:stCondLst>
                      <p:childTnLst>
                        <p:par>
                          <p:cTn id="948" fill="hold">
                            <p:stCondLst>
                              <p:cond delay="0"/>
                            </p:stCondLst>
                            <p:childTnLst>
                              <p:par>
                                <p:cTn id="949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1" fill="hold">
                      <p:stCondLst>
                        <p:cond delay="indefinite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1" presetClass="entr" presetSubtype="0" restart="always" fill="hold" grpId="0" nodeType="click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5" fill="hold">
                      <p:stCondLst>
                        <p:cond delay="indefinite"/>
                      </p:stCondLst>
                      <p:childTnLst>
                        <p:par>
                          <p:cTn id="956" fill="hold">
                            <p:stCondLst>
                              <p:cond delay="0"/>
                            </p:stCondLst>
                            <p:childTnLst>
                              <p:par>
                                <p:cTn id="957" presetID="1" presetClass="entr" presetSubtype="0" restart="always" fill="hold" grpId="0" nodeType="click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9" fill="hold">
                      <p:stCondLst>
                        <p:cond delay="indefinite"/>
                      </p:stCondLst>
                      <p:childTnLst>
                        <p:par>
                          <p:cTn id="960" fill="hold">
                            <p:stCondLst>
                              <p:cond delay="0"/>
                            </p:stCondLst>
                            <p:childTnLst>
                              <p:par>
                                <p:cTn id="961" presetID="1" presetClass="entr" presetSubtype="0" restart="always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3" fill="hold">
                      <p:stCondLst>
                        <p:cond delay="indefinite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1" presetClass="entr" presetSubtype="0" restart="always" fill="hold" grpId="0" nodeType="click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7" fill="hold">
                      <p:stCondLst>
                        <p:cond delay="indefinite"/>
                      </p:stCondLst>
                      <p:childTnLst>
                        <p:par>
                          <p:cTn id="968" fill="hold">
                            <p:stCondLst>
                              <p:cond delay="0"/>
                            </p:stCondLst>
                            <p:childTnLst>
                              <p:par>
                                <p:cTn id="969" presetID="1" presetClass="entr" presetSubtype="0" restart="always" fill="hold" grpId="0" nodeType="click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1" fill="hold">
                      <p:stCondLst>
                        <p:cond delay="indefinite"/>
                      </p:stCondLst>
                      <p:childTnLst>
                        <p:par>
                          <p:cTn id="972" fill="hold">
                            <p:stCondLst>
                              <p:cond delay="0"/>
                            </p:stCondLst>
                            <p:childTnLst>
                              <p:par>
                                <p:cTn id="973" presetID="1" presetClass="exit" presetSubtype="0" restart="always" fill="hold" grpId="0" nodeType="clickEffect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5" fill="hold">
                      <p:stCondLst>
                        <p:cond delay="indefinite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1" presetClass="entr" presetSubtype="0" restart="always" fill="hold" grpId="0" nodeType="click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9" fill="hold">
                      <p:stCondLst>
                        <p:cond delay="indefinite"/>
                      </p:stCondLst>
                      <p:childTnLst>
                        <p:par>
                          <p:cTn id="980" fill="hold">
                            <p:stCondLst>
                              <p:cond delay="0"/>
                            </p:stCondLst>
                            <p:childTnLst>
                              <p:par>
                                <p:cTn id="981" presetID="1" presetClass="entr" presetSubtype="0" restart="always" fill="hold" grpId="0" nodeType="click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3" fill="hold">
                      <p:stCondLst>
                        <p:cond delay="indefinite"/>
                      </p:stCondLst>
                      <p:childTnLst>
                        <p:par>
                          <p:cTn id="984" fill="hold">
                            <p:stCondLst>
                              <p:cond delay="0"/>
                            </p:stCondLst>
                            <p:childTnLst>
                              <p:par>
                                <p:cTn id="985" presetID="1" presetClass="entr" presetSubtype="0" restart="always" fill="hold" grpId="0" nodeType="click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7" fill="hold">
                      <p:stCondLst>
                        <p:cond delay="indefinite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1" presetClass="entr" presetSubtype="0" restart="always" fill="hold" grpId="0" nodeType="click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1" fill="hold">
                      <p:stCondLst>
                        <p:cond delay="indefinite"/>
                      </p:stCondLst>
                      <p:childTnLst>
                        <p:par>
                          <p:cTn id="992" fill="hold">
                            <p:stCondLst>
                              <p:cond delay="0"/>
                            </p:stCondLst>
                            <p:childTnLst>
                              <p:par>
                                <p:cTn id="993" presetID="1" presetClass="entr" presetSubtype="0" restart="always" fill="hold" grpId="0" nodeType="click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5" fill="hold">
                      <p:stCondLst>
                        <p:cond delay="indefinite"/>
                      </p:stCondLst>
                      <p:childTnLst>
                        <p:par>
                          <p:cTn id="996" fill="hold">
                            <p:stCondLst>
                              <p:cond delay="0"/>
                            </p:stCondLst>
                            <p:childTnLst>
                              <p:par>
                                <p:cTn id="997" presetID="1" presetClass="entr" presetSubtype="0" restart="always" fill="hold" grpId="0" nodeType="click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999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0" fill="hold">
                      <p:stCondLst>
                        <p:cond delay="0"/>
                      </p:stCondLst>
                      <p:childTnLst>
                        <p:par>
                          <p:cTn id="1001" fill="hold">
                            <p:stCondLst>
                              <p:cond delay="0"/>
                            </p:stCondLst>
                            <p:childTnLst>
                              <p:par>
                                <p:cTn id="100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4" fill="hold">
                      <p:stCondLst>
                        <p:cond delay="indefinite"/>
                      </p:stCondLst>
                      <p:childTnLst>
                        <p:par>
                          <p:cTn id="1005" fill="hold">
                            <p:stCondLst>
                              <p:cond delay="0"/>
                            </p:stCondLst>
                            <p:childTnLst>
                              <p:par>
                                <p:cTn id="100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8" fill="hold">
                      <p:stCondLst>
                        <p:cond delay="indefinite"/>
                      </p:stCondLst>
                      <p:childTnLst>
                        <p:par>
                          <p:cTn id="1009" fill="hold">
                            <p:stCondLst>
                              <p:cond delay="0"/>
                            </p:stCondLst>
                            <p:childTnLst>
                              <p:par>
                                <p:cTn id="101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2" fill="hold">
                      <p:stCondLst>
                        <p:cond delay="indefinite"/>
                      </p:stCondLst>
                      <p:childTnLst>
                        <p:par>
                          <p:cTn id="1013" fill="hold">
                            <p:stCondLst>
                              <p:cond delay="0"/>
                            </p:stCondLst>
                            <p:childTnLst>
                              <p:par>
                                <p:cTn id="101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6" fill="hold">
                      <p:stCondLst>
                        <p:cond delay="indefinite"/>
                      </p:stCondLst>
                      <p:childTnLst>
                        <p:par>
                          <p:cTn id="1017" fill="hold">
                            <p:stCondLst>
                              <p:cond delay="0"/>
                            </p:stCondLst>
                            <p:childTnLst>
                              <p:par>
                                <p:cTn id="101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0" fill="hold">
                      <p:stCondLst>
                        <p:cond delay="indefinite"/>
                      </p:stCondLst>
                      <p:childTnLst>
                        <p:par>
                          <p:cTn id="1021" fill="hold">
                            <p:stCondLst>
                              <p:cond delay="0"/>
                            </p:stCondLst>
                            <p:childTnLst>
                              <p:par>
                                <p:cTn id="102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4" fill="hold">
                      <p:stCondLst>
                        <p:cond delay="indefinite"/>
                      </p:stCondLst>
                      <p:childTnLst>
                        <p:par>
                          <p:cTn id="1025" fill="hold">
                            <p:stCondLst>
                              <p:cond delay="0"/>
                            </p:stCondLst>
                            <p:childTnLst>
                              <p:par>
                                <p:cTn id="102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8" fill="hold">
                      <p:stCondLst>
                        <p:cond delay="indefinite"/>
                      </p:stCondLst>
                      <p:childTnLst>
                        <p:par>
                          <p:cTn id="1029" fill="hold">
                            <p:stCondLst>
                              <p:cond delay="0"/>
                            </p:stCondLst>
                            <p:childTnLst>
                              <p:par>
                                <p:cTn id="103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2" fill="hold">
                      <p:stCondLst>
                        <p:cond delay="indefinite"/>
                      </p:stCondLst>
                      <p:childTnLst>
                        <p:par>
                          <p:cTn id="1033" fill="hold">
                            <p:stCondLst>
                              <p:cond delay="0"/>
                            </p:stCondLst>
                            <p:childTnLst>
                              <p:par>
                                <p:cTn id="103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6" fill="hold">
                      <p:stCondLst>
                        <p:cond delay="indefinite"/>
                      </p:stCondLst>
                      <p:childTnLst>
                        <p:par>
                          <p:cTn id="1037" fill="hold">
                            <p:stCondLst>
                              <p:cond delay="0"/>
                            </p:stCondLst>
                            <p:childTnLst>
                              <p:par>
                                <p:cTn id="103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0" fill="hold">
                      <p:stCondLst>
                        <p:cond delay="indefinite"/>
                      </p:stCondLst>
                      <p:childTnLst>
                        <p:par>
                          <p:cTn id="1041" fill="hold">
                            <p:stCondLst>
                              <p:cond delay="0"/>
                            </p:stCondLst>
                            <p:childTnLst>
                              <p:par>
                                <p:cTn id="104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4" fill="hold">
                      <p:stCondLst>
                        <p:cond delay="indefinite"/>
                      </p:stCondLst>
                      <p:childTnLst>
                        <p:par>
                          <p:cTn id="1045" fill="hold">
                            <p:stCondLst>
                              <p:cond delay="0"/>
                            </p:stCondLst>
                            <p:childTnLst>
                              <p:par>
                                <p:cTn id="104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8" fill="hold">
                      <p:stCondLst>
                        <p:cond delay="indefinite"/>
                      </p:stCondLst>
                      <p:childTnLst>
                        <p:par>
                          <p:cTn id="1049" fill="hold">
                            <p:stCondLst>
                              <p:cond delay="0"/>
                            </p:stCondLst>
                            <p:childTnLst>
                              <p:par>
                                <p:cTn id="1050" presetID="1" presetClass="entr" presetSubtype="0" restart="always" fill="hold" grpId="0" nodeType="click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2" fill="hold">
                      <p:stCondLst>
                        <p:cond delay="indefinite"/>
                      </p:stCondLst>
                      <p:childTnLst>
                        <p:par>
                          <p:cTn id="1053" fill="hold">
                            <p:stCondLst>
                              <p:cond delay="0"/>
                            </p:stCondLst>
                            <p:childTnLst>
                              <p:par>
                                <p:cTn id="1054" presetID="1" presetClass="entr" presetSubtype="0" restart="always" fill="hold" grpId="0" nodeType="click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6" fill="hold">
                      <p:stCondLst>
                        <p:cond delay="indefinite"/>
                      </p:stCondLst>
                      <p:childTnLst>
                        <p:par>
                          <p:cTn id="1057" fill="hold">
                            <p:stCondLst>
                              <p:cond delay="0"/>
                            </p:stCondLst>
                            <p:childTnLst>
                              <p:par>
                                <p:cTn id="1058" presetID="1" presetClass="entr" presetSubtype="0" restart="always" fill="hold" grpId="0" nodeType="click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0" fill="hold">
                      <p:stCondLst>
                        <p:cond delay="indefinite"/>
                      </p:stCondLst>
                      <p:childTnLst>
                        <p:par>
                          <p:cTn id="1061" fill="hold">
                            <p:stCondLst>
                              <p:cond delay="0"/>
                            </p:stCondLst>
                            <p:childTnLst>
                              <p:par>
                                <p:cTn id="1062" presetID="1" presetClass="exit" presetSubtype="0" restart="always" fill="hold" grpId="0" nodeType="clickEffect">
                                  <p:stCondLst>
                                    <p:cond delay="1559"/>
                                  </p:stCondLst>
                                  <p:childTnLst>
                                    <p:set>
                                      <p:cBhvr>
                                        <p:cTn id="1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4" fill="hold">
                      <p:stCondLst>
                        <p:cond delay="indefinite"/>
                      </p:stCondLst>
                      <p:childTnLst>
                        <p:par>
                          <p:cTn id="1065" fill="hold">
                            <p:stCondLst>
                              <p:cond delay="0"/>
                            </p:stCondLst>
                            <p:childTnLst>
                              <p:par>
                                <p:cTn id="1066" presetID="1" presetClass="entr" presetSubtype="0" restart="always" fill="hold" grpId="0" nodeType="click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8" fill="hold">
                      <p:stCondLst>
                        <p:cond delay="indefinite"/>
                      </p:stCondLst>
                      <p:childTnLst>
                        <p:par>
                          <p:cTn id="1069" fill="hold">
                            <p:stCondLst>
                              <p:cond delay="0"/>
                            </p:stCondLst>
                            <p:childTnLst>
                              <p:par>
                                <p:cTn id="1070" presetID="1" presetClass="entr" presetSubtype="0" restart="always" fill="hold" grpId="0" nodeType="click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2" fill="hold">
                      <p:stCondLst>
                        <p:cond delay="indefinite"/>
                      </p:stCondLst>
                      <p:childTnLst>
                        <p:par>
                          <p:cTn id="1073" fill="hold">
                            <p:stCondLst>
                              <p:cond delay="0"/>
                            </p:stCondLst>
                            <p:childTnLst>
                              <p:par>
                                <p:cTn id="1074" presetID="1" presetClass="entr" presetSubtype="0" restart="always" fill="hold" grpId="0" nodeType="click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6" fill="hold">
                      <p:stCondLst>
                        <p:cond delay="indefinite"/>
                      </p:stCondLst>
                      <p:childTnLst>
                        <p:par>
                          <p:cTn id="1077" fill="hold">
                            <p:stCondLst>
                              <p:cond delay="0"/>
                            </p:stCondLst>
                            <p:childTnLst>
                              <p:par>
                                <p:cTn id="1078" presetID="1" presetClass="entr" presetSubtype="0" restart="always" fill="hold" grpId="0" nodeType="click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0" fill="hold">
                      <p:stCondLst>
                        <p:cond delay="indefinite"/>
                      </p:stCondLst>
                      <p:childTnLst>
                        <p:par>
                          <p:cTn id="1081" fill="hold">
                            <p:stCondLst>
                              <p:cond delay="0"/>
                            </p:stCondLst>
                            <p:childTnLst>
                              <p:par>
                                <p:cTn id="1082" presetID="1" presetClass="entr" presetSubtype="0" restart="always" fill="hold" grpId="0" nodeType="click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4" fill="hold">
                      <p:stCondLst>
                        <p:cond delay="indefinite"/>
                      </p:stCondLst>
                      <p:childTnLst>
                        <p:par>
                          <p:cTn id="1085" fill="hold">
                            <p:stCondLst>
                              <p:cond delay="0"/>
                            </p:stCondLst>
                            <p:childTnLst>
                              <p:par>
                                <p:cTn id="1086" presetID="1" presetClass="entr" presetSubtype="0" restart="always" fill="hold" grpId="0" nodeType="click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8" fill="hold">
                      <p:stCondLst>
                        <p:cond delay="indefinite"/>
                      </p:stCondLst>
                      <p:childTnLst>
                        <p:par>
                          <p:cTn id="1089" fill="hold">
                            <p:stCondLst>
                              <p:cond delay="0"/>
                            </p:stCondLst>
                            <p:childTnLst>
                              <p:par>
                                <p:cTn id="1090" presetID="1" presetClass="entr" presetSubtype="0" restart="always" fill="hold" grpId="0" nodeType="click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2" fill="hold">
                      <p:stCondLst>
                        <p:cond delay="indefinite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1" presetClass="entr" presetSubtype="0" restart="always" fill="hold" grpId="0" nodeType="click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思考题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C++ 源程序扩展名是？</a:t>
              </a:r>
              <a:endParaRPr lang="zh-CN" sz="31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　.cpp</a:t>
              </a:r>
              <a:endParaRPr lang="zh-CN" sz="19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B　.doc</a:t>
              </a:r>
              <a:endParaRPr lang="zh-CN" sz="19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　.jpg</a:t>
              </a:r>
              <a:endParaRPr lang="zh-CN" sz="19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　.mp3</a:t>
              </a:r>
              <a:endParaRPr lang="zh-CN" sz="19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答案：A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.cpp</a:t>
              </a:r>
              <a:endParaRPr lang="en-US" sz="25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最常用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补充知识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.cxx　部分 UNIX 系统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.cc　部分编译器兼容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.h　常用于头文件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保存时先看文件名最后一段。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代码框架解析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比喻帮助记忆，说明更准确</a:t>
              </a:r>
              <a:endParaRPr lang="zh-CN" sz="13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6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6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en-US" sz="16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rgbClr val="203044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03044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工具箱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引入输入输出工具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标准仓库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直接使用标准库名字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正门 main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程序从这里开始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广播喇叭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与 &lt;&lt; 把内容送出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完成印章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向环境报告正常结束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比喻不是正式定义；小字才是技术作用。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选择判断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输入输出头文件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 C++ 编程中，流输入输出对应的头文件是（ ）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先回忆：哪只“工具箱”提供 cin 和 cout？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9B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1800" b="1" dirty="0">
                <a:solidFill>
                  <a:srgbClr val="2E9B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cstdio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endParaRPr lang="en-US" sz="1800" b="1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algorithm</a:t>
              </a:r>
              <a:endParaRPr lang="en-US" sz="19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9F1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</a:t>
              </a:r>
              <a:endParaRPr lang="en-US" sz="1800" b="1" dirty="0">
                <a:solidFill>
                  <a:srgbClr val="FF9F1C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cstring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答案：B</a:t>
              </a:r>
              <a:endParaRPr lang="zh-CN" sz="18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18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包含标准输入流 cin 和标准输出流 cout。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记忆：输入 input + 输出 output + stream（流）。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选择判断：找出错误行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拼写侦探</a:t>
              </a:r>
              <a:endPara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　#include &lt;iosteam&gt;</a:t>
              </a:r>
              <a:endParaRPr lang="zh-CN" sz="1650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　using namespace std;</a:t>
              </a:r>
              <a:endParaRPr lang="zh-CN" sz="1650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　int main() {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4　　cout &lt;&lt; "Hello world!";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5　　return 0;</a:t>
              </a:r>
              <a:endParaRPr lang="zh-CN" sz="165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6　}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哪一行的单词少了一个字母？</a:t>
              </a:r>
              <a:endPara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请选择错误行号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　1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　2</a:t>
              </a:r>
              <a:endParaRPr lang="zh-CN" sz="21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　3</a:t>
              </a:r>
              <a:endParaRPr lang="zh-CN" sz="21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　5</a:t>
              </a:r>
              <a:endParaRPr lang="zh-CN" sz="21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答案：A</a:t>
              </a:r>
              <a:endParaRPr lang="zh-CN" sz="18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 1 行缺少字母 r。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拆开 cout 语句看一看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en-US" sz="28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25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Console Output 的缩写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像“小喇叭”一样，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命令电脑把内容说出来。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"文字"</a:t>
              </a:r>
              <a:endParaRPr lang="zh-CN" sz="25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&lt;&lt; 把内容送给 cout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双引号把文字框起来，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里面写什么，就显示什么。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</a:t>
              </a:r>
              <a:endParaRPr lang="en-US" sz="30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分号是语句结束符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像一句话的句号，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每句代码都要收好尾。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rgbClr val="EAF5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想一想：如果把 &lt;&lt; 写成 &gt;&gt;，电脑还能“说话”吗？</a:t>
            </a:r>
            <a:endParaRPr lang="zh-CN" sz="1650" b="1" dirty="0">
              <a:solidFill>
                <a:srgbClr val="2E9B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155581"/>
            <a:chOff x="8020050" y="381000"/>
            <a:chExt cx="3848100" cy="6155581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15103" y="367282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718129" y="4022703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37181" y="4196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48659" y="44513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N6713 · 短句输出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让电脑说 thank you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题目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输出指定短句，要求逐字一致。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en-US" sz="27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成功标准：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全部小写，中间保留一个空格。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读题 → 抄准 → 运行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"________________";</a:t>
              </a:r>
              <a:endParaRPr lang="en-US" sz="16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先把题目文字完整放进双引号。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EAF5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"thank you";</a:t>
              </a:r>
              <a:endParaRPr lang="en-US" sz="1800" dirty="0">
                <a:solidFill>
                  <a:srgbClr val="EAF5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en-US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逐字一致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0" b="1" dirty="0">
                <a:solidFill>
                  <a:srgbClr val="FF9F1C">
                    <a:alphaMod val="1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%</a:t>
            </a:r>
            <a:endParaRPr lang="en-US" sz="30000" b="1" dirty="0">
              <a:solidFill>
                <a:srgbClr val="FF9F1C">
                  <a:alphaMod val="1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P1067 · 输出百分号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双引号里，% 会原样显示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目标输出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</a:t>
              </a:r>
              <a:endParaRPr lang="en-US" sz="27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b=19%</a:t>
              </a:r>
              <a:endParaRPr lang="en-US" sz="27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"a=10%,b=19%";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rgbClr val="FF9F1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a=10%,b=19%</a:t>
              </a:r>
              <a:endParaRPr lang="en-US" sz="25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等号、逗号、百分号都要放进英文双引号。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哪条语句能正确输出 apple？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 "apple";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少了一个 &lt;</a:t>
              </a:r>
              <a:endParaRPr lang="zh-CN" sz="15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必须小写</a:t>
              </a:r>
              <a:endParaRPr lang="zh-CN" sz="15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en-US" sz="16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完全正确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“apple”；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使用了中文符号</a:t>
              </a:r>
              <a:endParaRPr lang="zh-CN" sz="15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 C：小写 cout + 两个 &lt; + 英文引号 + 英文分号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想一想：两条 cout 会换行吗？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21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en-US" sz="21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"World!";</a:t>
              </a:r>
              <a:endParaRPr lang="en-US" sz="21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 endl，光标不会自动去下一行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HelloWorld!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9856" y="6051232"/>
            <a:ext cx="33830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结论：两条输出会“粘”在同一行。</a:t>
            </a:r>
            <a:endParaRPr lang="zh-CN" sz="1650" b="1" dirty="0">
              <a:solidFill>
                <a:srgbClr val="FF6FA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用 endl 输出多行信息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第一行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 &lt;&lt; endl;</a:t>
              </a:r>
              <a:endParaRPr lang="en-US" sz="19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第二行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 &lt;&lt; endl;</a:t>
              </a:r>
              <a:endParaRPr lang="en-US" sz="19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endl 写在引号外，表示“换行”。</a:t>
              </a:r>
              <a:endParaRPr lang="zh-CN" sz="16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World!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每个 endl 换一次行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一条信息一行，结果更整齐。</a:t>
            </a:r>
            <a:endParaRPr lang="zh-CN" sz="165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一条 cout，也能连续输出三行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 &lt;&lt; endl</a:t>
              </a:r>
              <a:endParaRPr lang="en-US" sz="18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&lt;&lt; "123456" &lt;&lt; endl</a:t>
              </a:r>
              <a:endParaRPr lang="en-US" sz="18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"你好世界!";</a:t>
              </a:r>
              <a:endParaRPr lang="zh-CN" sz="180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同一条语句用多个 &lt;&lt; 接上内容和 endl。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en-US" sz="22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123456</a:t>
              </a:r>
              <a:endParaRPr lang="en-US" sz="22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你好世界!</a:t>
              </a:r>
              <a:endParaRPr lang="zh-CN" sz="225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一句代码，三行结果。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C5001 · 静夜思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一行诗，一条 cout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静夜思</a:t>
              </a:r>
              <a:endParaRPr lang="zh-CN" sz="24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床前明月光，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疑是地上霜。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举头望明月，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低头思故乡。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标点和换行都要一致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"静夜思" &lt;&lt; endl;</a:t>
              </a:r>
              <a:endParaRPr lang="zh-CN" sz="1500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"床前明月光，"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"疑是地上霜。"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"举头望明月，"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"低头思故乡。"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五条语句，完整输出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常见编程错误 · 字符双胞胎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看起来像，不代表编译器认为相同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　1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O　0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;　: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*　x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英文半角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 , ( ) " "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中文全角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； ， （ ） “ ”</a:t>
              </a:r>
              <a:endParaRPr lang="zh-CN" sz="210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2E9BF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检查方法：切到英文输入法，再逐字符看。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编译器会逐字符检查，一个符号也不能猜。</a:t>
            </a:r>
            <a:endParaRPr lang="zh-CN" sz="1650" b="1" dirty="0">
              <a:solidFill>
                <a:srgbClr val="FF6FA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常见错误 · 符号要用英文并成对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中文符号 ≠ 英文符号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中文：； ， （ ） “ ”</a:t>
              </a:r>
              <a:endParaRPr lang="zh-CN" sz="18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英文：; , ( ) " "</a:t>
              </a:r>
              <a:endParaRPr lang="zh-CN" sz="1800" b="1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写代码前先切换到英文输入法。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括号与引号要配成一对</a:t>
              </a:r>
              <a:endParaRPr lang="zh-CN" sz="21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( )　{ }　" "</a:t>
              </a:r>
              <a:endParaRPr lang="zh-CN" sz="25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引号里面还要显示引号时：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 said \"Hi\"";</a:t>
              </a:r>
              <a:endParaRPr lang="en-US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从左到右数一数：每个“开门”都有“关门”。</a:t>
              </a:r>
              <a:endParaRPr lang="zh-CN" sz="150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常见错误 · 关键单词别写错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电脑逐字符辨认，字母和数字不能“长得像就算对”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mian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i0stream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printf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end1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mian → main　　i0stream → iostream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print → printf　　end1 → endl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检查方法：对照模板，从第一个字符读到最后一个字符。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盒外的 3+5：先计算再输出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有引号：照抄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3+5</a:t>
              </a:r>
              <a:endParaRPr lang="en-US" sz="42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没引号：计算</a:t>
              </a:r>
              <a:endParaRPr lang="zh-CN" sz="18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3 + 5;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+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</a:t>
              </a:r>
              <a:endParaRPr lang="en-US" sz="28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判断口诀：有引号照抄，没引号计算。</a:t>
              </a:r>
              <a:endParaRPr lang="zh-CN" sz="19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三道小练习：先想结果，再写代码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7 - 2</a:t>
              </a:r>
              <a:endParaRPr lang="en-US" sz="27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先口算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7 - 2;</a:t>
              </a:r>
              <a:endParaRPr lang="en-US" sz="150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(8 + 3) * 2</a:t>
              </a:r>
              <a:endParaRPr lang="en-US" sz="24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注意括号顺序</a:t>
              </a:r>
              <a:endParaRPr lang="zh-CN" sz="16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写进 cout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连续输出三项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 + 2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 * 4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2 * 2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暂不揭晓结果</a:t>
              </a:r>
              <a:endParaRPr lang="zh-CN" sz="135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把数学表达式按原顺序写好，再交给 cout。</a:t>
            </a:r>
            <a:endParaRPr lang="zh-CN" sz="180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Q3005 · 输出表达式的值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挑战大算式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 * 5678 =</a:t>
              </a:r>
              <a:endParaRPr lang="en-US" sz="24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7006652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"1234 * 5678 = " &lt;&lt; 1234 * 5678 &lt;&lt; endl;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提示文字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计算结果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换行 endl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一条 cout 可以把三段内容连续送到屏幕。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一行行 cout，就是画笔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星号和空格共同决定图案</a:t>
              </a:r>
              <a:endParaRPr lang="zh-CN" sz="18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en-US" sz="16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en-US" sz="16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每执行一行，右边就增加一层。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40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40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40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空格不能随意删除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一条 cout 画一行，多条就画出形状。</a:t>
            </a:r>
            <a:endParaRPr lang="zh-CN" sz="180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N6690 · 五星连珠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一行完成第一个图案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输出结果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480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五个连续星号，可以放进一个字符串一次输出。</a:t>
            </a:r>
            <a:endParaRPr lang="zh-CN" sz="180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先看目标，再动手写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目标图案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先用手指数，再写代码</a:t>
              </a:r>
              <a:endParaRPr lang="zh-CN" sz="1350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观察四件事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　树冠有几层？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　每层有几个星号？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　左侧有几个空格？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　树干在哪一列？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家长只提问，不替孩子数。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一行对应一条 cout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en-US" sz="150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en-US" sz="150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en-US" sz="150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"*******" &lt;&lt; endl;</a:t>
              </a:r>
              <a:endParaRPr lang="en-US" sz="150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en-US" sz="150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en-US" sz="150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字符串中的空格必须完整保留。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同步预览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对齐完成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FFFF">
                      <a:alphaMod val="18000"/>
                    </a:srgb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02</a:t>
              </a:r>
              <a:endParaRPr lang="en-US" sz="14250" b="1" dirty="0">
                <a:solidFill>
                  <a:srgbClr val="FFFFFF">
                    <a:alphaMod val="18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知识梳理</a:t>
              </a:r>
              <a:endParaRPr lang="zh-CN" sz="4350" b="1" dirty="0">
                <a:solidFill>
                  <a:srgbClr val="FFFF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把代码整理成可复用模板</a:t>
              </a:r>
              <a:endParaRPr lang="zh-CN" sz="18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头文件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命名空间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main 正门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输出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 0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把五块重新归位！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程序模板　/　cout 规则　/　关键词词典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一张可复用的程序模板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固定框架，只替换 cout 内容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#include &lt;iostream&gt; // 输入输出工具</a:t>
              </a:r>
              <a:endParaRPr lang="zh-CN" sz="1500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9F1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using namespace std; // 标准库名字</a:t>
              </a:r>
              <a:endParaRPr lang="zh-CN" sz="1500" dirty="0">
                <a:solidFill>
                  <a:srgbClr val="FF9F1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int main() { // 程序入口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"内容"; // 替换这里</a:t>
              </a:r>
              <a:endParaRPr lang="zh-CN" sz="150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return 0; // 正常结束</a:t>
              </a:r>
              <a:endParaRPr lang="zh-CN" sz="150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口述五块作用，再遮住模板默写。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五条规则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　单行输出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　输出后用 endl 换行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　多行就写多条 cout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　文字放在双引号里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　表达式不加引号会计算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家长：只提问，不直接报答案。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C++ 词汇积木 · 上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看懂词根，代码不再陌生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包含：把工具引进来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21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input/output stream：输入输出流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使用：开始采用某个名字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namespace</a:t>
              </a:r>
              <a:endParaRPr lang="en-US" sz="210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name + space：名字空间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std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standard：标准库简称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主要的：程序入口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按代码出现顺序读一遍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 → iostream → using → namespace → std → main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C++ 词汇积木 · 下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输出、换行、返回、整数类型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标准输出对象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22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character output：输出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“喇叭”只是记忆比喻</a:t>
              </a:r>
              <a:endParaRPr lang="zh-CN" sz="135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en-US" sz="22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end line：结束这一行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让光标到下一行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</a:t>
              </a:r>
              <a:endParaRPr lang="en-US" sz="225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返回：报告程序结束状态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return 0 表示正常结束</a:t>
              </a:r>
              <a:endParaRPr lang="zh-CN" sz="1350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</a:t>
              </a:r>
              <a:endParaRPr lang="en-US" sz="22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integer：整数类型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main 的返回类型</a:t>
              </a:r>
              <a:endParaRPr lang="zh-CN" sz="135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先用比喻记住，再用技术作用说准确。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FFFF">
                      <a:alphaMod val="18000"/>
                    </a:srgb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03</a:t>
              </a:r>
              <a:endParaRPr lang="en-US" sz="14250" b="1" dirty="0">
                <a:solidFill>
                  <a:srgbClr val="FFFFFF">
                    <a:alphaMod val="18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综合精练</a:t>
              </a:r>
              <a:endParaRPr lang="zh-CN" sz="4350" b="1" dirty="0">
                <a:solidFill>
                  <a:srgbClr val="FFFF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不看示范，独立解决新题</a:t>
              </a:r>
              <a:endParaRPr lang="zh-CN" sz="18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读题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设计输出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写代码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运行检查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出发，自己闯关！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读题 → 设计输出 → 写代码 → 运行检查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综合精练 · 8 道编程题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按“文字 → 数字 → 图案 → 综合”闯关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N3113　废话上代码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N6648　输出英文单词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N6685　输出偶数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C5000　自我介绍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C5003　输出菱形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Q3008　雪花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Q3006　长方形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N6691　背诵诗词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每题：读题 → 写代码 → 运行 → 找错</a:t>
              </a:r>
              <a:endParaRPr lang="zh-CN" sz="15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家长怎么陪？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　只问检查问题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不直接报答案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　让孩子口述五要素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说比喻，也说技术作用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　完成后勾选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说出遇到的错误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下节课再见！</a:t>
              </a:r>
              <a:endParaRPr lang="zh-CN" sz="43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今天，你已经能让电脑开口了。</a:t>
              </a:r>
              <a:endParaRPr lang="zh-CN" sz="19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会解释五要素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比喻 + 技术作用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会写 cout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文字 + 计算结果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会输出图案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星号 + 空格 + 换行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今晚行动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 N3113，并向家长讲一遍五要素。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编程像搭积木，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下一块等你来拼！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5923</Words>
  <Application>WPS 演示</Application>
  <PresentationFormat>On-screen Show (16:9)</PresentationFormat>
  <Paragraphs>1276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Arial</vt:lpstr>
      <vt:lpstr>宋体</vt:lpstr>
      <vt:lpstr>Wingdings</vt:lpstr>
      <vt:lpstr>Arial</vt:lpstr>
      <vt:lpstr>Segoe UI</vt:lpstr>
      <vt:lpstr>幼圆</vt:lpstr>
      <vt:lpstr>微软雅黑</vt:lpstr>
      <vt:lpstr>Consolas</vt:lpstr>
      <vt:lpstr>Free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WPS_1647170173</cp:lastModifiedBy>
  <cp:revision>2</cp:revision>
  <dcterms:created xsi:type="dcterms:W3CDTF">2026-08-26T20:03:00Z</dcterms:created>
  <dcterms:modified xsi:type="dcterms:W3CDTF">2026-08-27T12:03:26Z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93972AAF8C3E4D1C860005CF6C61DA93_12</vt:lpwstr>
  </property>
  <property fmtid="{D5CDD505-2E9C-101B-9397-08002B2CF9AE}" pid="3" name="KSOProductBuildVer">
    <vt:lpwstr>2052-12.1.0.28043</vt:lpwstr>
  </property>
</Properties>
</file>