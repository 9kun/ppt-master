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先从文件菜单新建源代码，得到一张空白的代码纸。孩子只要能独立找到空白编辑区即可，不需要记住每一个菜单。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回到熟悉的实验站，操作顺序仍然是选择、代码、运行、结果。界面不变，我们就能把注意力留给新的代码规则。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这道题要求输出 thank you。先核对全部小写和中间的一个空格，再把整句话放进英文双引号，句末补上英文分号。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哪条语句能正确输出 apple？先投票，再按固定顺序检查：小写 cout、两个小于号、英文引号、英文分号。正确答案是 C。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endl 表示结束当前行，并把光标送到下一行。它写在双引号外，通过两个小于号连接；每使用一次 endl，就换一次行。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我们再次回到同一实验站。请孩子先说出四步操作顺序，再准备把多行输出用到诗词练习里。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标题和四句诗一共需要五条 cout。每句诗要与题目逐字一致，中文标点和换行都属于输出内容的一部分。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去掉双引号后，三加五变成真正的表达式，会先计算再输出八。记住口诀：有引号照抄，没引号计算。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实验站仍然没有变化。现在请孩子把注意力放在代码内容上，准备把自然语言写成可以计算的表达式。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三道练习先口算，再写进 cout。第二题要留意括号顺序，第三题连续输出三项时先别急着看答案，给孩子一点思考时间。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每执行一条 cout，右侧图案就增加一层。星号画出实体，空格控制位置，endl 负责换到下一行，三者一起决定形状。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最后一次回到固定实验站。请孩子复述选择、代码、运行、结果四步，再进入图案闯关。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五个连续星号可以放在同一个字符串里一次输出。先让五颗星拼起来，再把它们整体送进终端。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写代码前先观察目标图案。请孩子逐行数树冠层数、星号数量、左侧空格和树干位置；家长只提问，不代替孩子数。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六行目标对应六条 cout，字符串中的空格必须完整保留。每揭示一条代码，就去右侧确认对应的一行是否对齐。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第二幕把刚才用过的代码整理成模板。五块积木重新归位后，我们会复习程序框架、cout 规则和关键词。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第三幕开始独立闯关。每道题都走同一个闭环：读题、设计输出、写代码、运行检查。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初识_Cpp_阳光积木乐园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初识_Cpp_阳光积木乐园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7ec0d2362240f6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96862aa57274b1.png"/>
  <Relationship Id="rId3" Type="http://schemas.openxmlformats.org/officeDocument/2006/relationships/image" Target="../media/image_cb374d61e61c593f.pn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232a94677efaf9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a38a0273ed147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b9da3b1f187926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8697543039391b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ac2346544f4c60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"Hello, C++!";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2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12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chemeClr val="accent2">
                      <a:alphaMod val="18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Dev-C++ 5.11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报告窗口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先认识界面区域，再逐块理解代码作用。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456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编译运行按钮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编译报告窗口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errors / 0 warnings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506067" cy="708660"/>
            <a:chOff x="500060" y="432435"/>
            <a:chExt cx="11506067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Hello </a:t>
              </a:r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选一个任务，让 cout 开始工作！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8210550" y="438150"/>
              <a:ext cx="352425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9222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Hello!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让电脑说中文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你好!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 表白程序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❤ Coding!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先读代码，再点击按钮观察终端 ✨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"Hello, World!";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"I ❤ Coding！";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3" name="Rectangle 6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6" name="Rectangle 6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9" name="Rectangle 69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8" name="TextBox 78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0" name="TextBox 80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2" name="TextBox 82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4" name="TextBox 84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104" name="TextBox 104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6" name="TextBox 106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8" name="TextBox 108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!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22" name="TextBox 122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6" name="TextBox 126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30" name="TextBox 130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40" name="TextBox 140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42" name="TextBox 142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</a:t>
              </a: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44" name="TextBox 144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7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2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6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9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1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3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5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7" presetID="1" presetClass="exit" presetSubtype="0" fill="hold" grpId="0" nodeType="with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9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1" presetID="1" presetClass="entr" presetSubtype="0" fill="hold" grpId="0" nodeType="with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3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5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7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9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4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6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8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0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2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4" presetID="1" presetClass="exit" presetSubtype="0" fill="hold" grpId="0" nodeType="withEffect" restart="always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6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8" presetID="1" presetClass="entr" presetSubtype="0" fill="hold" grpId="0" nodeType="withEffect" restart="always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0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2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4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6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8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0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2" presetID="1" presetClass="entr" presetSubtype="0" fill="hold" grpId="0" nodeType="withEffect" restart="always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54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5" fill="hold">
                      <p:stCondLst>
                        <p:cond delay="0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1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3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5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7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9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1" presetID="1" presetClass="exit" presetSubtype="0" fill="hold" grpId="0" nodeType="with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3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5" presetID="1" presetClass="entr" presetSubtype="0" fill="hold" grpId="0" nodeType="with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7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9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1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3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4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6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8" presetID="1" presetClass="exit" presetSubtype="0" fill="hold" grpId="0" nodeType="withEffect" restart="always">
                                  <p:stCondLst>
                                    <p:cond delay="1559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0" presetID="1" presetClass="entr" presetSubtype="0" fill="hold" grpId="0" nodeType="with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2" presetID="1" presetClass="entr" presetSubtype="0" fill="hold" grpId="0" nodeType="with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4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6" presetID="1" presetClass="entr" presetSubtype="0" fill="hold" grpId="0" nodeType="withEffect" restart="always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8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0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2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4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　.cpp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B　.doc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　.jpg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D　.mp3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.cpp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.cxx　部分 UNIX 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.cc　部分编译器兼容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.h　常用于头文件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cstdio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algorithm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cstring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1　#include &lt;iosteam&gt;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2　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3　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4　　cout &lt;&lt; "Hello world!";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5　　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6　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&lt;&lt; "文字"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155581"/>
            <a:chOff x="8020050" y="381000"/>
            <a:chExt cx="3848100" cy="6155581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5103" y="367282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718129" y="4022703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37181" y="4196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48659" y="44513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"________________";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cout &lt;&lt; "thank you";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b=19%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"a=10%,b=19%";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a=10%,b=19%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 "apple";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cout &lt;&lt; “apple”；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"World!";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HelloWorld!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9856" y="6051232"/>
            <a:ext cx="33830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结论：两条输出会“粘”在同一行。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"World!"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World!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 World!" &lt;&lt; endl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&lt;&lt; "123456" &lt;&lt; endl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&lt;&lt; "你好世界!";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123456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你好世界!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cout &lt;&lt; "静夜思"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"床前明月光，"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"疑是地上霜。" &lt;&lt; endl;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"举头望明月，" &lt;&lt; endl;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"低头思故乡。" &lt;&lt; endl;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l　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O　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;　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*　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; , ( ) " 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英文：; , ( ) " 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( )　{ }　" 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 said \"Hi\"";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mian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i0stream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printf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end1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3 + 5;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7 - 2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7 - 2;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(8 + 3) *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 + 2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 *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 *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1234 * 5678 =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7006652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"1234 * 5678 = " &lt;&lt; 1234 * 5678 &lt;&lt; endl;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"*******" &lt;&lt; endl;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#include &lt;iostream&gt; // 输入输出工具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using namespace std; // 标准库名字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main() { // 程序入口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"内容"; // 替换这里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return 0; // 正常结束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namespace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std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 → iostream → using → namespace → std → main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2026-08-27T13:00:55Z</dcterms:created>
  <dcterms:modified xsi:type="dcterms:W3CDTF">2026-08-27T13:00:55Z</dcterms:modified>
  <cp:category/>
  <cp:contentStatus/>
</cp:coreProperties>
</file>