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回到熟悉的交互控制台，先点击“输出文字”，观察双引号里的 3+5 会被原样输出；再点击“输出计算结果”，比较没有双引号时电脑会算出 8。最后点击“✨换行魔法 endl”，运行后终端会先出现 Hello，再换到下一行输出 World。引导孩子用“文字盒子、计算、换行”三个词说出差别。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我们再次回到同一套交互控制台。依次试运行“输出文字”“输出计算结果”和“✨换行魔法 endl”，复习双引号决定原样输出、没有双引号可以计算、endl 能让下一次输出换到新的一行。请孩子先预测终端，再点击运行核对。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进入图案交互控制台。先点击“五星连珠”看一行五颗星，再依次尝试“❤️ 爱心”“智慧树”和“小房子”。每次先看左侧每一行 cout，再猜右侧会多出哪一层；点击运行后，终端按行把图案搭出来。提醒孩子注意空格也会决定图案的位置。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最后一次回到图案交互控制台。让孩子独立完成“选任务—看代码—运行—看结果”四步，轮流运行五星连珠、❤️ 爱心、智慧树和小房子。请孩子指出每个 endl 对应终端中的一次换行，并观察星号、斜线、竖线和空格怎样共同搭成图案。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with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with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with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with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3+5;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"World";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ntr" presetSubtype="0" fill="hold" grpId="0" nodeType="withEffect" restart="always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3+5;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"World";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ntr" presetSubtype="0" fill="hold" grpId="0" nodeType="withEffect" restart="always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*******" &lt;&lt; endl;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 **" &lt;&lt; endl;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 ****" &lt;&lt; endl;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"**********" &lt;&lt; endl;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********" &lt;&lt; endl;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    /\\" &lt;&lt; endl;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  /    \\" &lt;&lt; endl;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/        \\" &lt;&lt; endl;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"+----------+" &lt;&lt; endl;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          |" &lt;&lt; endl;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   0  0   |" &lt;&lt; endl;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"+----------+" &lt;&lt; endl;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 **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 ****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**********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/\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    \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        \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+----------+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          |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   0  0   |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+----------+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xit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3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5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9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1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3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5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7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6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8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*******" &lt;&lt; endl;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 **" &lt;&lt; endl;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 ****" &lt;&lt; endl;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"**********" &lt;&lt; endl;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********" &lt;&lt; endl;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    /\\" &lt;&lt; endl;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  /    \\" &lt;&lt; endl;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 /        \\" &lt;&lt; endl;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"+----------+" &lt;&lt; endl;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          |" &lt;&lt; endl;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   0  0   |" &lt;&lt; endl;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"+----------+" &lt;&lt; endl;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 **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 ****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**********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/\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    \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        \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+----------+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          |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   0  0   |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+----------+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xit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3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5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9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1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3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5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7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6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8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2026-08-27T14:24:44Z</dcterms:created>
  <dcterms:modified xsi:type="dcterms:W3CDTF">2026-08-27T14:24:44Z</dcterms:modified>
  <cp:category/>
  <cp:contentStatus/>
</cp:coreProperties>
</file>