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6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3" fill="hold">
                      <p:stCondLst>
                        <p:cond delay="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5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8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2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5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6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59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9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0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8" fill="hold">
                      <p:stCondLst>
                        <p:cond delay="0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2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8" fill="hold">
                      <p:stCondLst>
                        <p:cond delay="0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3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8" fill="hold">
                      <p:stCondLst>
                        <p:cond delay="0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4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3" fill="hold">
                      <p:stCondLst>
                        <p:cond delay="0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5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6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8" fill="hold">
                      <p:stCondLst>
                        <p:cond delay="0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7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3" fill="hold">
                      <p:stCondLst>
                        <p:cond delay="0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7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8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8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8" fill="hold">
                      <p:stCondLst>
                        <p:cond delay="0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9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8" fill="hold">
                      <p:stCondLst>
                        <p:cond delay="0"/>
                      </p:stCondLst>
                      <p:childTnLst>
                        <p:par>
                          <p:cTn id="6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0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3" fill="hold">
                      <p:stCondLst>
                        <p:cond delay="0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1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3" fill="hold">
                      <p:stCondLst>
                        <p:cond delay="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1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8" fill="hold">
                      <p:stCondLst>
                        <p:cond delay="0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72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8" fill="hold">
                      <p:stCondLst>
                        <p:cond delay="0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3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3" fill="hold">
                      <p:stCondLst>
                        <p:cond delay="0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4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4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8" fill="hold">
                      <p:stCondLst>
                        <p:cond delay="0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5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8" fill="hold">
                      <p:stCondLst>
                        <p:cond delay="0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3" fill="hold">
                      <p:stCondLst>
                        <p:cond delay="0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6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7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3" fill="hold">
                      <p:stCondLst>
                        <p:cond delay="0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7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8" fill="hold">
                      <p:stCondLst>
                        <p:cond delay="0"/>
                      </p:stCondLst>
                      <p:childTnLst>
                        <p:par>
                          <p:cTn id="7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8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8" fill="hold">
                      <p:stCondLst>
                        <p:cond delay="0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9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3" fill="hold">
                      <p:stCondLst>
                        <p:cond delay="0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0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3" fill="hold">
                      <p:stCondLst>
                        <p:cond delay="0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0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8" fill="hold">
                      <p:stCondLst>
                        <p:cond delay="0"/>
                      </p:stCondLst>
                      <p:childTnLst>
                        <p:par>
                          <p:cTn id="8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3" fill="hold">
                      <p:stCondLst>
                        <p:cond delay="0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2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8" fill="hold">
                      <p:stCondLst>
                        <p:cond delay="0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3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8" fill="hold">
                      <p:stCondLst>
                        <p:cond delay="0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>
                      <p:stCondLst>
                        <p:cond delay="0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5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3" fill="hold">
                      <p:stCondLst>
                        <p:cond delay="0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5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86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3" fill="hold">
                      <p:stCondLst>
                        <p:cond delay="0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6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6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8" fill="hold">
                      <p:stCondLst>
                        <p:cond delay="0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0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7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7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8" fill="hold">
                      <p:stCondLst>
                        <p:cond delay="0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0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8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3" fill="hold">
                      <p:stCondLst>
                        <p:cond delay="0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8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0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9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3" fill="hold">
                      <p:stCondLst>
                        <p:cond delay="0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895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9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8" fill="hold">
                      <p:stCondLst>
                        <p:cond delay="0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0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05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90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8" fill="hold">
                      <p:stCondLst>
                        <p:cond delay="0"/>
                      </p:stCondLst>
                      <p:childTnLst>
                        <p:par>
                          <p:cTn id="9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0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1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3" fill="hold">
                      <p:stCondLst>
                        <p:cond delay="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15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0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2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3" fill="hold">
                      <p:stCondLst>
                        <p:cond delay="0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25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2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8" fill="hold">
                      <p:stCondLst>
                        <p:cond delay="0"/>
                      </p:stCondLst>
                      <p:childTnLst>
                        <p:par>
                          <p:cTn id="9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0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35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3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8" fill="hold">
                      <p:stCondLst>
                        <p:cond delay="0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0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4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3" fill="hold">
                      <p:stCondLst>
                        <p:cond delay="0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5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0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5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3" fill="hold">
                      <p:stCondLst>
                        <p:cond delay="0"/>
                      </p:stCondLst>
                      <p:childTnLst>
                        <p:par>
                          <p:cTn id="9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55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5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8" fill="hold">
                      <p:stCondLst>
                        <p:cond delay="0"/>
                      </p:stCondLst>
                      <p:childTnLst>
                        <p:par>
                          <p:cTn id="9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0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65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6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8" fill="hold">
                      <p:stCondLst>
                        <p:cond delay="0"/>
                      </p:stCondLst>
                      <p:childTnLst>
                        <p:par>
                          <p:cTn id="9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0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75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7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0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3" fill="hold">
                      <p:stCondLst>
                        <p:cond delay="0"/>
                      </p:stCondLst>
                      <p:childTnLst>
                        <p:par>
                          <p:cTn id="9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85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8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8" fill="hold">
                      <p:stCondLst>
                        <p:cond delay="0"/>
                      </p:stCondLst>
                      <p:childTnLst>
                        <p:par>
                          <p:cTn id="9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0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95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9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8" fill="hold">
                      <p:stCondLst>
                        <p:cond delay="0"/>
                      </p:stCondLst>
                      <p:childTnLst>
                        <p:par>
                          <p:cTn id="9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0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0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5" presetID="1" presetClass="exit" presetSubtype="0" fill="hold" grpId="0" nodeType="click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0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1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3" fill="hold">
                      <p:stCondLst>
                        <p:cond delay="0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15" presetID="1" presetClass="exit" presetSubtype="0" fill="hold" grpId="0" nodeType="click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1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8" fill="hold">
                      <p:stCondLst>
                        <p:cond delay="0"/>
                      </p:stCondLst>
                      <p:childTnLst>
                        <p:par>
                          <p:cTn id="10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0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25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2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8" fill="hold">
                      <p:stCondLst>
                        <p:cond delay="0"/>
                      </p:stCondLst>
                      <p:childTnLst>
                        <p:par>
                          <p:cTn id="10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0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>
                      <p:stCondLst>
                        <p:cond delay="0"/>
                      </p:stCondLst>
                      <p:childTnLst>
                        <p:par>
                          <p:cTn id="10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5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3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8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0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45" presetID="1" presetClass="entr" presetSubtype="0" fill="hold" grpId="0" nodeType="click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>
                      <p:stCondLst>
                        <p:cond delay="0"/>
                      </p:stCondLst>
                      <p:childTnLst>
                        <p:par>
                          <p:cTn id="10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0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55" presetID="1" presetClass="entr" presetSubtype="0" fill="hold" grpId="0" nodeType="click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5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8" fill="hold">
                      <p:stCondLst>
                        <p:cond delay="0"/>
                      </p:stCondLst>
                      <p:childTnLst>
                        <p:par>
                          <p:cTn id="10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0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>
                      <p:stCondLst>
                        <p:cond delay="0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65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6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8" fill="hold">
                      <p:stCondLst>
                        <p:cond delay="0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0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7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3" fill="hold">
                      <p:stCondLst>
                        <p:cond delay="0"/>
                      </p:stCondLst>
                      <p:childTnLst>
                        <p:par>
                          <p:cTn id="107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5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7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8" fill="hold">
                      <p:stCondLst>
                        <p:cond delay="0"/>
                      </p:stCondLst>
                      <p:childTnLst>
                        <p:par>
                          <p:cTn id="107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0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85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08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8" fill="hold">
                      <p:stCondLst>
                        <p:cond delay="0"/>
                      </p:stCondLst>
                      <p:childTnLst>
                        <p:par>
                          <p:cTn id="108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0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0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3" fill="hold">
                      <p:stCondLst>
                        <p:cond delay="0"/>
                      </p:stCondLst>
                      <p:childTnLst>
                        <p:par>
                          <p:cTn id="109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95" presetID="1" presetClass="entr" presetSubtype="0" fill="hold" grpId="0" nodeType="click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0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0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3" fill="hold">
                      <p:stCondLst>
                        <p:cond delay="0"/>
                      </p:stCondLst>
                      <p:childTnLst>
                        <p:par>
                          <p:cTn id="110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05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0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8" fill="hold">
                      <p:stCondLst>
                        <p:cond delay="0"/>
                      </p:stCondLst>
                      <p:childTnLst>
                        <p:par>
                          <p:cTn id="110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0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15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1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8" fill="hold">
                      <p:stCondLst>
                        <p:cond delay="0"/>
                      </p:stCondLst>
                      <p:childTnLst>
                        <p:par>
                          <p:cTn id="11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20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2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3" fill="hold">
                      <p:stCondLst>
                        <p:cond delay="0"/>
                      </p:stCondLst>
                      <p:childTnLst>
                        <p:par>
                          <p:cTn id="11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25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12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0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3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3" fill="hold">
                      <p:stCondLst>
                        <p:cond delay="0"/>
                      </p:stCondLst>
                      <p:childTnLst>
                        <p:par>
                          <p:cTn id="1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35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3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8" fill="hold">
                      <p:stCondLst>
                        <p:cond delay="0"/>
                      </p:stCondLst>
                      <p:childTnLst>
                        <p:par>
                          <p:cTn id="113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0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45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4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8" fill="hold">
                      <p:stCondLst>
                        <p:cond delay="0"/>
                      </p:stCondLst>
                      <p:childTnLst>
                        <p:par>
                          <p:cTn id="114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0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15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3" fill="hold">
                      <p:stCondLst>
                        <p:cond delay="0"/>
                      </p:stCondLst>
                      <p:childTnLst>
                        <p:par>
                          <p:cTn id="115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55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15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8" fill="hold">
                      <p:stCondLst>
                        <p:cond delay="0"/>
                      </p:stCondLst>
                      <p:childTnLst>
                        <p:par>
                          <p:cTn id="115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60" presetID="1" presetClass="entr" presetSubtype="0" fill="hold" grpId="0" nodeType="click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2026-08-26T19:44:41Z</dcterms:created>
  <dcterms:modified xsi:type="dcterms:W3CDTF">2026-08-26T19:44:41Z</dcterms:modified>
  <cp:category/>
  <cp:contentStatus/>
</cp:coreProperties>
</file>