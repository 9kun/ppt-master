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现在先把六行程序完整搭好，再逐块理解。头文件像工具箱，命名空间像标准仓库，main 是正门，cout 像广播喇叭，return 0 像完成印章；这些比喻用于记忆，小字才是技术作用。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cpp。编译像质量检查，出现零个错误、零个警告后，再运行观察屏幕结果。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这是全课反复使用的实验站。每次都按同一顺序操作：选择任务、阅读代码、点击运行、观察结果；现在先猜猜这行星号代码会输出什么。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请孩子按代码顺序说出五块积木。头文件引入输入输出工具，命名空间允许直接使用标准库名字，main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cout 语句拆成四块：cout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1cafddcb6b75d68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673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6043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586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886200" cy="5124450"/>
            <a:chOff x="7410450" y="1123950"/>
            <a:chExt cx="3886200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0" y="1571625"/>
              <a:ext cx="2857500" cy="42862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88385" y="54511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7586" y="520065"/>
            <a:ext cx="2832278" cy="645414"/>
            <a:chOff x="497586" y="520065"/>
            <a:chExt cx="2832278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20065"/>
              <a:ext cx="28322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5" name="Rectangle 5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45158" y="24650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3" name="Rectangle 13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93208" y="27698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1" name="Rectangle 21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541258" y="30746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5" name="Rectangle 35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457706" y="53873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666750"/>
            <a:ext cx="2857500" cy="2857500"/>
          </a:xfrm>
          <a:prstGeom prst="ellipse">
            <a:avLst/>
          </a:prstGeom>
          <a:solidFill>
            <a:schemeClr val="lt2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1319212"/>
            <a:ext cx="2650007" cy="3029522"/>
            <a:chOff x="571500" y="1319212"/>
            <a:chExt cx="2650007" cy="3029522"/>
          </a:xfrm>
        </p:grpSpPr>
        <p:sp>
          <p:nvSpPr>
            <p:cNvPr id="3" name="TextBox 3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23900" y="322611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7" name="Rectangle 7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68442" y="19107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36576" y="29965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04711" y="40824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FFFFF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FFFFFF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458200" y="914400"/>
            <a:ext cx="2819400" cy="4638675"/>
            <a:chOff x="8458200" y="914400"/>
            <a:chExt cx="2819400" cy="4638675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72500" y="1495425"/>
              <a:ext cx="2705100" cy="4057650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33787" y="120300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6095374" cy="1298829"/>
            <a:chOff x="535686" y="381000"/>
            <a:chExt cx="6095374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51946" y="567690"/>
              <a:ext cx="2410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60953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586772" cy="352044"/>
            <a:chOff x="614585" y="5977890"/>
            <a:chExt cx="6586772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6124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2785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11123" y="555308"/>
              <a:ext cx="1532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816047" cy="708279"/>
            <a:chOff x="514350" y="361950"/>
            <a:chExt cx="2816047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21393" y="5438775"/>
              <a:ext cx="3015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85274" y="2453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90049" y="3329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67608" y="4206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236470" y="56292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先完整照着搭好，再逐块理解它们的作用。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12" name="Rectangle 12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54568" y="16697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02218" y="2507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87968" y="33461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02218" y="41843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54568" y="5022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681880" cy="708279"/>
            <a:chOff x="514350" y="361950"/>
            <a:chExt cx="4681880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765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9" name="Rectangle 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24594" y="1637348"/>
              <a:ext cx="12601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15" name="Rectangle 1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24594" y="28946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21" name="Rectangle 2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24594" y="41519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27" name="Rectangle 2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23165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63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6525" y="3352800"/>
              <a:ext cx="1968500" cy="295275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71308" y="5962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7130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68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968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8322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11399" y="587692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17" name="Rectangle 17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5706" y="153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21" name="Rectangle 21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706" y="2796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25" name="Rectangle 25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5706" y="4053840"/>
              <a:ext cx="11505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29" name="Rectangle 29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53956" y="21678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33" name="Rectangle 33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53956" y="3882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52816" y="555308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72645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72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55060" y="5172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33229" y="553688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2011" y="2345055"/>
              <a:ext cx="6799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72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6048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sp>
        <p:nvSpPr>
          <p:cNvPr id="3" name="Rectangle 3"/>
          <p:cNvSpPr/>
          <p:nvPr/>
        </p:nvSpPr>
        <p:spPr>
          <a:xfrm>
            <a:off x="1619250" y="1200150"/>
            <a:ext cx="8953500" cy="990600"/>
          </a:xfrm>
          <a:prstGeom prst="roundRect">
            <a:avLst>
              <a:gd name="adj" fmla="val 32692"/>
            </a:avLst>
          </a:prstGeom>
          <a:solidFill>
            <a:schemeClr val="accent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05000" y="14478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2152650" y="14478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2400300" y="1447800"/>
            <a:ext cx="152400" cy="152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827623" y="1540192"/>
            <a:ext cx="453675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cout &lt;&lt; "Hello World!";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8" name="Rectangle 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056" y="3996690"/>
              <a:ext cx="2764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15" name="Rectangle 1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86345" y="3182302"/>
              <a:ext cx="16479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8106" y="3996690"/>
              <a:ext cx="2282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22" name="Rectangle 2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49106" y="39966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29" name="Rectangle 2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3498774" y="6079808"/>
            <a:ext cx="51944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6525" y="3352800"/>
              <a:ext cx="1968500" cy="295275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958089" cy="708279"/>
            <a:chOff x="495300" y="323850"/>
            <a:chExt cx="6958089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507682"/>
              <a:ext cx="196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85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98519" y="4692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5187892" cy="1470279"/>
            <a:chOff x="535686" y="400050"/>
            <a:chExt cx="5187892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4751" y="583882"/>
              <a:ext cx="2209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51878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48942" y="2606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1941" y="5898832"/>
              <a:ext cx="4448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6004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172796" y="5692140"/>
              <a:ext cx="58464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47065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22113" y="6051232"/>
            <a:ext cx="35385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8820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90358" y="18249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0358" y="41300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5910" y="1803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571629" y="6127432"/>
            <a:ext cx="304874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33071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883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904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6525" y="3352800"/>
              <a:ext cx="1968500" cy="295275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458160" cy="708279"/>
            <a:chOff x="476250" y="323850"/>
            <a:chExt cx="6458160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2582" y="50768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998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0194" y="19126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58561" y="55340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352319" cy="692864"/>
            <a:chOff x="493963" y="377365"/>
            <a:chExt cx="6352319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0285" y="2511742"/>
              <a:ext cx="7742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44221" y="2511742"/>
              <a:ext cx="1007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1529" y="2511742"/>
              <a:ext cx="8749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2329" y="2511742"/>
              <a:ext cx="8749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871941" y="6127432"/>
            <a:ext cx="444811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7285236" cy="692864"/>
            <a:chOff x="493963" y="377365"/>
            <a:chExt cx="728523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6339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7373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9447" y="2948940"/>
              <a:ext cx="2002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61266" y="2582228"/>
              <a:ext cx="22606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352319" cy="692864"/>
            <a:chOff x="493963" y="377365"/>
            <a:chExt cx="6352319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6412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06458" y="5835015"/>
              <a:ext cx="63790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60770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43201" y="5999798"/>
              <a:ext cx="47055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6525" y="3352800"/>
              <a:ext cx="1968500" cy="295275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703040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6886" y="3444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606146" y="6073140"/>
            <a:ext cx="49797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511356" cy="708279"/>
            <a:chOff x="476250" y="323850"/>
            <a:chExt cx="551135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977" y="507682"/>
              <a:ext cx="27521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58785" y="4832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7285" y="4832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06631" y="4832032"/>
              <a:ext cx="10079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931340" cy="914019"/>
            <a:chOff x="535686" y="501015"/>
            <a:chExt cx="4931340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9313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949629" y="6130290"/>
            <a:ext cx="4292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6525" y="3352800"/>
              <a:ext cx="1968500" cy="2952750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881889" cy="708279"/>
            <a:chOff x="514350" y="361950"/>
            <a:chExt cx="6881889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3191" y="545782"/>
              <a:ext cx="196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415322" y="6015990"/>
            <a:ext cx="53613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786639" cy="708279"/>
            <a:chOff x="476250" y="323850"/>
            <a:chExt cx="6786639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0682" y="50768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201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553410" cy="708279"/>
            <a:chOff x="476250" y="304800"/>
            <a:chExt cx="6553410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0682" y="48863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998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88335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31502" y="55435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51999" y="1745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83285" y="2203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40108" y="3022282"/>
              <a:ext cx="10546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82177" y="3479482"/>
              <a:ext cx="1066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510087"/>
            <a:chOff x="8572500" y="1104900"/>
            <a:chExt cx="2857500" cy="4510087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1757362"/>
              <a:ext cx="2571750" cy="385762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64701" y="14030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750719" cy="352044"/>
            <a:chOff x="714756" y="5825490"/>
            <a:chExt cx="4750719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750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9507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025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025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05170" y="6070282"/>
            <a:ext cx="3981660" cy="322707"/>
            <a:chOff x="4105170" y="6070282"/>
            <a:chExt cx="3981660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05170" y="6070282"/>
              <a:ext cx="3981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25739" y="18983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21310" y="2774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6324" y="3650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78510" y="4527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529137"/>
            <a:chOff x="8572500" y="1047750"/>
            <a:chExt cx="2895600" cy="4529137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719262"/>
              <a:ext cx="2571750" cy="385762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74226" y="13458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22554" y="5749290"/>
              <a:ext cx="4203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317327" cy="657107"/>
            <a:chOff x="526070" y="375022"/>
            <a:chExt cx="5317327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974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291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544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887838" cy="1192911"/>
            <a:chOff x="495300" y="597218"/>
            <a:chExt cx="3887838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72736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8786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66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5143500"/>
            <a:chOff x="7791450" y="685800"/>
            <a:chExt cx="3429000" cy="5143500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543050"/>
              <a:ext cx="2857500" cy="4286250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81266" y="9267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ee Design">
  <a:themeElements>
    <a:clrScheme name="Free Design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Free Design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e Design">
  <a:themeElements>
    <a:clrScheme name="Free Design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Free Design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2026-08-26T12:29:37Z</dcterms:created>
  <dcterms:modified xsi:type="dcterms:W3CDTF">2026-08-26T12:29:37Z</dcterms:modified>
  <cp:category/>
  <cp:contentStatus/>
</cp:coreProperties>
</file>