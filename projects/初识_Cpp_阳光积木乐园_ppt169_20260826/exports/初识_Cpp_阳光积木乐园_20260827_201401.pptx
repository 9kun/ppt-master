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1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" fill="hold">
                      <p:stCondLst>
                        <p:cond delay="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7" fill="hold">
                      <p:stCondLst>
                        <p:cond delay="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7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2" fill="hold">
                      <p:stCondLst>
                        <p:cond delay="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7" fill="hold">
                      <p:stCondLst>
                        <p:cond delay="0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2" fill="hold">
                      <p:stCondLst>
                        <p:cond delay="0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7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7" fill="hold">
                      <p:stCondLst>
                        <p:cond delay="0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9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2" fill="hold">
                      <p:stCondLst>
                        <p:cond delay="0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0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7" fill="hold">
                      <p:stCondLst>
                        <p:cond delay="0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2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2" fill="hold">
                      <p:stCondLst>
                        <p:cond delay="0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5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2" fill="hold">
                      <p:stCondLst>
                        <p:cond delay="0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6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7" fill="hold">
                      <p:stCondLst>
                        <p:cond delay="0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9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2" fill="hold">
                      <p:stCondLst>
                        <p:cond delay="0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1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2" fill="hold">
                      <p:stCondLst>
                        <p:cond delay="0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>
                      <p:stCondLst>
                        <p:cond delay="0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4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5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5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7" fill="hold">
                      <p:stCondLst>
                        <p:cond delay="0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7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2" fill="hold">
                      <p:stCondLst>
                        <p:cond delay="0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7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7" fill="hold">
                      <p:stCondLst>
                        <p:cond delay="0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9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2" fill="hold">
                      <p:stCondLst>
                        <p:cond delay="0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0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2" fill="hold">
                      <p:stCondLst>
                        <p:cond delay="0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2" fill="hold">
                      <p:stCondLst>
                        <p:cond delay="0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3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7" fill="hold">
                      <p:stCondLst>
                        <p:cond delay="0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5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2" fill="hold">
                      <p:stCondLst>
                        <p:cond delay="0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5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2" fill="hold">
                      <p:stCondLst>
                        <p:cond delay="0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6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7" fill="hold">
                      <p:stCondLst>
                        <p:cond delay="0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9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2" fill="hold">
                      <p:stCondLst>
                        <p:cond delay="0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9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7" fill="hold">
                      <p:stCondLst>
                        <p:cond delay="0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1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2" fill="hold">
                      <p:stCondLst>
                        <p:cond delay="0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7" fill="hold">
                      <p:stCondLst>
                        <p:cond delay="0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4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2" fill="hold">
                      <p:stCondLst>
                        <p:cond delay="0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5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2" fill="hold">
                      <p:stCondLst>
                        <p:cond delay="0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5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7" fill="hold">
                      <p:stCondLst>
                        <p:cond delay="0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7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2" fill="hold">
                      <p:stCondLst>
                        <p:cond delay="0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78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7" fill="hold">
                      <p:stCondLst>
                        <p:cond delay="0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9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7" fill="hold">
                      <p:stCondLst>
                        <p:cond delay="0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1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2" fill="hold">
                      <p:stCondLst>
                        <p:cond delay="0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1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7" fill="hold">
                      <p:stCondLst>
                        <p:cond delay="0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2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2" fill="hold">
                      <p:stCondLst>
                        <p:cond delay="0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7" fill="hold">
                      <p:stCondLst>
                        <p:cond delay="0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3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2" fill="hold">
                      <p:stCondLst>
                        <p:cond delay="0"/>
                      </p:stCondLst>
                      <p:childTnLst>
                        <p:par>
                          <p:cTn id="8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4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2" fill="hold">
                      <p:stCondLst>
                        <p:cond delay="0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4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7" fill="hold">
                      <p:stCondLst>
                        <p:cond delay="0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5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2" fill="hold">
                      <p:stCondLst>
                        <p:cond delay="0"/>
                      </p:stCondLst>
                      <p:childTnLst>
                        <p:par>
                          <p:cTn id="8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7" fill="hold">
                      <p:stCondLst>
                        <p:cond delay="0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6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2" fill="hold">
                      <p:stCondLst>
                        <p:cond delay="0"/>
                      </p:stCondLst>
                      <p:childTnLst>
                        <p:par>
                          <p:cTn id="8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7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2" fill="hold">
                      <p:stCondLst>
                        <p:cond delay="0"/>
                      </p:stCondLst>
                      <p:childTnLst>
                        <p:par>
                          <p:cTn id="8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7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7" fill="hold">
                      <p:stCondLst>
                        <p:cond delay="0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8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2" fill="hold">
                      <p:stCondLst>
                        <p:cond delay="0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88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7" fill="hold">
                      <p:stCondLst>
                        <p:cond delay="0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9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2" fill="hold">
                      <p:stCondLst>
                        <p:cond delay="0"/>
                      </p:stCondLst>
                      <p:childTnLst>
                        <p:par>
                          <p:cTn id="8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0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2" fill="hold">
                      <p:stCondLst>
                        <p:cond delay="0"/>
                      </p:stCondLst>
                      <p:childTnLst>
                        <p:par>
                          <p:cTn id="9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0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7" fill="hold">
                      <p:stCondLst>
                        <p:cond delay="0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1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2" fill="hold">
                      <p:stCondLst>
                        <p:cond delay="0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1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7" fill="hold">
                      <p:stCondLst>
                        <p:cond delay="0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2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2" fill="hold">
                      <p:stCondLst>
                        <p:cond delay="0"/>
                      </p:stCondLst>
                      <p:childTnLst>
                        <p:par>
                          <p:cTn id="9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3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2" fill="hold">
                      <p:stCondLst>
                        <p:cond delay="0"/>
                      </p:stCondLst>
                      <p:childTnLst>
                        <p:par>
                          <p:cTn id="9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3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4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2" fill="hold">
                      <p:stCondLst>
                        <p:cond delay="0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>
                      <p:stCondLst>
                        <p:cond delay="0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5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2" fill="hold">
                      <p:stCondLst>
                        <p:cond delay="0"/>
                      </p:stCondLst>
                      <p:childTnLst>
                        <p:par>
                          <p:cTn id="9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5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7" fill="hold">
                      <p:stCondLst>
                        <p:cond delay="0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>
                      <p:stCondLst>
                        <p:cond delay="0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6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7" fill="hold">
                      <p:stCondLst>
                        <p:cond delay="0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7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2" fill="hold">
                      <p:stCondLst>
                        <p:cond delay="0"/>
                      </p:stCondLst>
                      <p:childTnLst>
                        <p:par>
                          <p:cTn id="9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>
                      <p:stCondLst>
                        <p:cond delay="0"/>
                      </p:stCondLst>
                      <p:childTnLst>
                        <p:par>
                          <p:cTn id="9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2" fill="hold">
                      <p:stCondLst>
                        <p:cond delay="0"/>
                      </p:stCondLst>
                      <p:childTnLst>
                        <p:par>
                          <p:cTn id="9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9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2" fill="hold">
                      <p:stCondLst>
                        <p:cond delay="0"/>
                      </p:stCondLst>
                      <p:childTnLst>
                        <p:par>
                          <p:cTn id="9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9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7" fill="hold">
                      <p:stCondLst>
                        <p:cond delay="0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0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7" fill="hold">
                      <p:stCondLst>
                        <p:cond delay="0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1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2" fill="hold">
                      <p:stCondLst>
                        <p:cond delay="0"/>
                      </p:stCondLst>
                      <p:childTnLst>
                        <p:par>
                          <p:cTn id="10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1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2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2" fill="hold">
                      <p:stCondLst>
                        <p:cond delay="0"/>
                      </p:stCondLst>
                      <p:childTnLst>
                        <p:par>
                          <p:cTn id="10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4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0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7" fill="hold">
                      <p:stCondLst>
                        <p:cond delay="0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9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0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2" fill="hold">
                      <p:stCondLst>
                        <p:cond delay="0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4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0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7" fill="hold">
                      <p:stCondLst>
                        <p:cond delay="0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9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04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2" fill="hold">
                      <p:stCondLst>
                        <p:cond delay="0"/>
                      </p:stCondLst>
                      <p:childTnLst>
                        <p:par>
                          <p:cTn id="10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4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9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05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2" fill="hold">
                      <p:stCondLst>
                        <p:cond delay="0"/>
                      </p:stCondLst>
                      <p:childTnLst>
                        <p:par>
                          <p:cTn id="10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4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05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7" fill="hold">
                      <p:stCondLst>
                        <p:cond delay="0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9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4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06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7" fill="hold">
                      <p:stCondLst>
                        <p:cond delay="0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9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7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2" fill="hold">
                      <p:stCondLst>
                        <p:cond delay="0"/>
                      </p:stCondLst>
                      <p:childTnLst>
                        <p:par>
                          <p:cTn id="10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4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9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2" fill="hold">
                      <p:stCondLst>
                        <p:cond delay="0"/>
                      </p:stCondLst>
                      <p:childTnLst>
                        <p:par>
                          <p:cTn id="10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4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8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7" fill="hold">
                      <p:stCondLst>
                        <p:cond delay="0"/>
                      </p:stCondLst>
                      <p:childTnLst>
                        <p:par>
                          <p:cTn id="10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9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4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9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7" fill="hold">
                      <p:stCondLst>
                        <p:cond delay="0"/>
                      </p:stCondLst>
                      <p:childTnLst>
                        <p:par>
                          <p:cTn id="10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9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0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2" fill="hold">
                      <p:stCondLst>
                        <p:cond delay="0"/>
                      </p:stCondLst>
                      <p:childTnLst>
                        <p:par>
                          <p:cTn id="11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4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9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1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2" fill="hold">
                      <p:stCondLst>
                        <p:cond delay="0"/>
                      </p:stCondLst>
                      <p:childTnLst>
                        <p:par>
                          <p:cTn id="11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4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1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7" fill="hold">
                      <p:stCondLst>
                        <p:cond delay="0"/>
                      </p:stCondLst>
                      <p:childTnLst>
                        <p:par>
                          <p:cTn id="11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9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2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2" fill="hold">
                      <p:stCondLst>
                        <p:cond delay="0"/>
                      </p:stCondLst>
                      <p:childTnLst>
                        <p:par>
                          <p:cTn id="11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24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29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3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2" fill="hold">
                      <p:stCondLst>
                        <p:cond delay="0"/>
                      </p:stCondLst>
                      <p:childTnLst>
                        <p:par>
                          <p:cTn id="11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4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9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4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2" fill="hold">
                      <p:stCondLst>
                        <p:cond delay="0"/>
                      </p:stCondLst>
                      <p:childTnLst>
                        <p:par>
                          <p:cTn id="11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4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4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7" fill="hold">
                      <p:stCondLst>
                        <p:cond delay="0"/>
                      </p:stCondLst>
                      <p:childTnLst>
                        <p:par>
                          <p:cTn id="11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9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5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2" fill="hold">
                      <p:stCondLst>
                        <p:cond delay="0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4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5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7" fill="hold">
                      <p:stCondLst>
                        <p:cond delay="0"/>
                      </p:stCondLst>
                      <p:childTnLst>
                        <p:par>
                          <p:cTn id="11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9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6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2" fill="hold">
                      <p:stCondLst>
                        <p:cond delay="0"/>
                      </p:stCondLst>
                      <p:childTnLst>
                        <p:par>
                          <p:cTn id="1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4" presetID="1" presetClass="exit" presetSubtype="0" fill="hold" grpId="0" nodeType="click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1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9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7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2" fill="hold">
                      <p:stCondLst>
                        <p:cond delay="0"/>
                      </p:stCondLst>
                      <p:childTnLst>
                        <p:par>
                          <p:cTn id="11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74" presetID="1" presetClass="exit" presetSubtype="0" fill="hold" grpId="0" nodeType="click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1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7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7" fill="hold">
                      <p:stCondLst>
                        <p:cond delay="0"/>
                      </p:stCondLst>
                      <p:childTnLst>
                        <p:par>
                          <p:cTn id="11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79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8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2" fill="hold">
                      <p:stCondLst>
                        <p:cond delay="0"/>
                      </p:stCondLst>
                      <p:childTnLst>
                        <p:par>
                          <p:cTn id="11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84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1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8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7" fill="hold">
                      <p:stCondLst>
                        <p:cond delay="0"/>
                      </p:stCondLst>
                      <p:childTnLst>
                        <p:par>
                          <p:cTn id="11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89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9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2" fill="hold">
                      <p:stCondLst>
                        <p:cond delay="0"/>
                      </p:stCondLst>
                      <p:childTnLst>
                        <p:par>
                          <p:cTn id="11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4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99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20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2" fill="hold">
                      <p:stCondLst>
                        <p:cond delay="0"/>
                      </p:stCondLst>
                      <p:childTnLst>
                        <p:par>
                          <p:cTn id="12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4" presetID="1" presetClass="entr" presetSubtype="0" fill="hold" grpId="0" nodeType="click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20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7" fill="hold">
                      <p:stCondLst>
                        <p:cond delay="0"/>
                      </p:stCondLst>
                      <p:childTnLst>
                        <p:par>
                          <p:cTn id="12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9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21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2" fill="hold">
                      <p:stCondLst>
                        <p:cond delay="0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4" presetID="1" presetClass="entr" presetSubtype="0" fill="hold" grpId="0" nodeType="click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1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1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7" fill="hold">
                      <p:stCondLst>
                        <p:cond delay="0"/>
                      </p:stCondLst>
                      <p:childTnLst>
                        <p:par>
                          <p:cTn id="12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19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22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2" fill="hold">
                      <p:stCondLst>
                        <p:cond delay="0"/>
                      </p:stCondLst>
                      <p:childTnLst>
                        <p:par>
                          <p:cTn id="12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24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29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23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2" fill="hold">
                      <p:stCondLst>
                        <p:cond delay="0"/>
                      </p:stCondLst>
                      <p:childTnLst>
                        <p:par>
                          <p:cTn id="12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34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3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7" fill="hold">
                      <p:stCondLst>
                        <p:cond delay="0"/>
                      </p:stCondLst>
                      <p:childTnLst>
                        <p:par>
                          <p:cTn id="12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39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4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24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7" fill="hold">
                      <p:stCondLst>
                        <p:cond delay="0"/>
                      </p:stCondLst>
                      <p:childTnLst>
                        <p:par>
                          <p:cTn id="124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49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25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2" fill="hold">
                      <p:stCondLst>
                        <p:cond delay="0"/>
                      </p:stCondLst>
                      <p:childTnLst>
                        <p:par>
                          <p:cTn id="12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4" presetID="1" presetClass="entr" presetSubtype="0" fill="hold" grpId="0" nodeType="click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7" fill="hold">
                      <p:stCondLst>
                        <p:cond delay="0"/>
                      </p:stCondLst>
                      <p:childTnLst>
                        <p:par>
                          <p:cTn id="125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9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26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2" fill="hold">
                      <p:stCondLst>
                        <p:cond delay="0"/>
                      </p:stCondLst>
                      <p:childTnLst>
                        <p:par>
                          <p:cTn id="12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4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26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7" fill="hold">
                      <p:stCondLst>
                        <p:cond delay="0"/>
                      </p:stCondLst>
                      <p:childTnLst>
                        <p:par>
                          <p:cTn id="126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69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27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2" fill="hold">
                      <p:stCondLst>
                        <p:cond delay="0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74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7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7" fill="hold">
                      <p:stCondLst>
                        <p:cond delay="0"/>
                      </p:stCondLst>
                      <p:childTnLst>
                        <p:par>
                          <p:cTn id="127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79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28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2" fill="hold">
                      <p:stCondLst>
                        <p:cond delay="0"/>
                      </p:stCondLst>
                      <p:childTnLst>
                        <p:par>
                          <p:cTn id="12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84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89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29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2" fill="hold">
                      <p:stCondLst>
                        <p:cond delay="0"/>
                      </p:stCondLst>
                      <p:childTnLst>
                        <p:par>
                          <p:cTn id="1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4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9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7" fill="hold">
                      <p:stCondLst>
                        <p:cond delay="0"/>
                      </p:stCondLst>
                      <p:childTnLst>
                        <p:par>
                          <p:cTn id="129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99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30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2" fill="hold">
                      <p:stCondLst>
                        <p:cond delay="0"/>
                      </p:stCondLst>
                      <p:childTnLst>
                        <p:par>
                          <p:cTn id="130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4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30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7" fill="hold">
                      <p:stCondLst>
                        <p:cond delay="0"/>
                      </p:stCondLst>
                      <p:childTnLst>
                        <p:par>
                          <p:cTn id="130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9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31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2" fill="hold">
                      <p:stCondLst>
                        <p:cond delay="0"/>
                      </p:stCondLst>
                      <p:childTnLst>
                        <p:par>
                          <p:cTn id="13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4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19" presetID="1" presetClass="entr" presetSubtype="0" fill="hold" grpId="0" nodeType="click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2026-08-27T12:14:04Z</dcterms:created>
  <dcterms:modified xsi:type="dcterms:W3CDTF">2026-08-27T12:14:04Z</dcterms:modified>
  <cp:category/>
  <cp:contentStatus/>
</cp:coreProperties>
</file>