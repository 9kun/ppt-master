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这一页换成更清楚的实验路径。先请孩子观察三个任务，选中“让电脑说中文”，再一起读出 cout 中双引号里的内容。提醒大家先不要看终端；点击橙色“运行程序”按钮后，右侧会把“你好，小小程序员！”一个字符一个字符打印出来。请孩子边看边读，最后确认输出内容与代码双引号里的文字完全一致。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67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604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586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8385" y="54511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832278" cy="645414"/>
            <a:chOff x="497586" y="520065"/>
            <a:chExt cx="283227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50007" cy="3029522"/>
            <a:chOff x="571500" y="1319212"/>
            <a:chExt cx="2650007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68442" y="1910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36576" y="29965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04711" y="4082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787" y="1203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6095374" cy="1298829"/>
            <a:chOff x="535686" y="381000"/>
            <a:chExt cx="6095374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51946" y="567690"/>
              <a:ext cx="2410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60953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586772" cy="352044"/>
            <a:chOff x="614585" y="5977890"/>
            <a:chExt cx="6586772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2785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11123" y="555308"/>
              <a:ext cx="1532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816047" cy="708279"/>
            <a:chOff x="514350" y="361950"/>
            <a:chExt cx="2816047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21393" y="54387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85274" y="2453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90049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7608" y="4206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69306" y="15497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2006" y="19592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4044" y="3111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4868" y="3321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60056" y="3168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74169" y="5045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681880" cy="708279"/>
            <a:chOff x="514350" y="361950"/>
            <a:chExt cx="4681880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07195" y="16068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" y="4514850"/>
              <a:ext cx="7315200" cy="1009650"/>
            </a:xfrm>
            <a:prstGeom prst="roundRect">
              <a:avLst>
                <a:gd name="adj" fmla="val 7547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73870" y="49691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601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231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63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487894" cy="708660"/>
            <a:chOff x="500060" y="432435"/>
            <a:chExt cx="11487894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57396" y="616268"/>
              <a:ext cx="4030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选择　→　② 看代码　→　③ 运行　→　④ 看结果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0368" y="16316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47003" y="1631632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63668" y="16316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762750" y="1504950"/>
              <a:ext cx="55245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1293" y="1530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06968" y="1631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表白程序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75342" y="1664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把喜欢写进代码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6" name="Rectangle 26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49730" y="2695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8799" y="4497229"/>
              <a:ext cx="32655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41" name="Rectangle 4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312487" y="576548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44" name="Rectangle 44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87056" y="2682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65642" y="3264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953750" y="3781425"/>
              <a:ext cx="28575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3897" y="55883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点击橙色按钮后，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28507" y="5816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文字会一个一个出现！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838237" y="3817620"/>
            <a:ext cx="363626" cy="469392"/>
            <a:chOff x="7838237" y="3817620"/>
            <a:chExt cx="363626" cy="469392"/>
          </a:xfrm>
        </p:grpSpPr>
        <p:sp>
          <p:nvSpPr>
            <p:cNvPr id="56" name="TextBox 56"/>
            <p:cNvSpPr txBox="1"/>
            <p:nvPr/>
          </p:nvSpPr>
          <p:spPr>
            <a:xfrm>
              <a:off x="78382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181137" y="3817620"/>
            <a:ext cx="363626" cy="469392"/>
            <a:chOff x="8181137" y="3817620"/>
            <a:chExt cx="363626" cy="469392"/>
          </a:xfrm>
        </p:grpSpPr>
        <p:sp>
          <p:nvSpPr>
            <p:cNvPr id="58" name="TextBox 58"/>
            <p:cNvSpPr txBox="1"/>
            <p:nvPr/>
          </p:nvSpPr>
          <p:spPr>
            <a:xfrm>
              <a:off x="81811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524037" y="3817620"/>
            <a:ext cx="363626" cy="469392"/>
            <a:chOff x="8524037" y="3817620"/>
            <a:chExt cx="363626" cy="469392"/>
          </a:xfrm>
        </p:grpSpPr>
        <p:sp>
          <p:nvSpPr>
            <p:cNvPr id="60" name="TextBox 60"/>
            <p:cNvSpPr txBox="1"/>
            <p:nvPr/>
          </p:nvSpPr>
          <p:spPr>
            <a:xfrm>
              <a:off x="85240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866937" y="3817620"/>
            <a:ext cx="363626" cy="469392"/>
            <a:chOff x="8866937" y="3817620"/>
            <a:chExt cx="363626" cy="469392"/>
          </a:xfrm>
        </p:grpSpPr>
        <p:sp>
          <p:nvSpPr>
            <p:cNvPr id="62" name="TextBox 62"/>
            <p:cNvSpPr txBox="1"/>
            <p:nvPr/>
          </p:nvSpPr>
          <p:spPr>
            <a:xfrm>
              <a:off x="88669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209837" y="3817620"/>
            <a:ext cx="363626" cy="469392"/>
            <a:chOff x="9209837" y="3817620"/>
            <a:chExt cx="363626" cy="469392"/>
          </a:xfrm>
        </p:grpSpPr>
        <p:sp>
          <p:nvSpPr>
            <p:cNvPr id="64" name="TextBox 64"/>
            <p:cNvSpPr txBox="1"/>
            <p:nvPr/>
          </p:nvSpPr>
          <p:spPr>
            <a:xfrm>
              <a:off x="92098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552737" y="3817620"/>
            <a:ext cx="363626" cy="469392"/>
            <a:chOff x="9552737" y="3817620"/>
            <a:chExt cx="363626" cy="469392"/>
          </a:xfrm>
        </p:grpSpPr>
        <p:sp>
          <p:nvSpPr>
            <p:cNvPr id="66" name="TextBox 66"/>
            <p:cNvSpPr txBox="1"/>
            <p:nvPr/>
          </p:nvSpPr>
          <p:spPr>
            <a:xfrm>
              <a:off x="95527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95637" y="3817620"/>
            <a:ext cx="363626" cy="469392"/>
            <a:chOff x="9895637" y="3817620"/>
            <a:chExt cx="363626" cy="469392"/>
          </a:xfrm>
        </p:grpSpPr>
        <p:sp>
          <p:nvSpPr>
            <p:cNvPr id="68" name="TextBox 68"/>
            <p:cNvSpPr txBox="1"/>
            <p:nvPr/>
          </p:nvSpPr>
          <p:spPr>
            <a:xfrm>
              <a:off x="98956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8537" y="3817620"/>
            <a:ext cx="363626" cy="469392"/>
            <a:chOff x="10238537" y="3817620"/>
            <a:chExt cx="363626" cy="469392"/>
          </a:xfrm>
        </p:grpSpPr>
        <p:sp>
          <p:nvSpPr>
            <p:cNvPr id="70" name="TextBox 70"/>
            <p:cNvSpPr txBox="1"/>
            <p:nvPr/>
          </p:nvSpPr>
          <p:spPr>
            <a:xfrm>
              <a:off x="102385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581437" y="3817620"/>
            <a:ext cx="363626" cy="469392"/>
            <a:chOff x="10581437" y="3817620"/>
            <a:chExt cx="363626" cy="469392"/>
          </a:xfrm>
        </p:grpSpPr>
        <p:sp>
          <p:nvSpPr>
            <p:cNvPr id="72" name="TextBox 72"/>
            <p:cNvSpPr txBox="1"/>
            <p:nvPr/>
          </p:nvSpPr>
          <p:spPr>
            <a:xfrm>
              <a:off x="10581437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544050" y="4476750"/>
            <a:ext cx="1562100" cy="457200"/>
            <a:chOff x="9544050" y="4476750"/>
            <a:chExt cx="1562100" cy="457200"/>
          </a:xfrm>
        </p:grpSpPr>
        <p:sp>
          <p:nvSpPr>
            <p:cNvPr id="74" name="Rectangle 74"/>
            <p:cNvSpPr/>
            <p:nvPr/>
          </p:nvSpPr>
          <p:spPr>
            <a:xfrm>
              <a:off x="9544050" y="4476750"/>
              <a:ext cx="1562100" cy="457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12559" y="4635818"/>
              <a:ext cx="102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输出成功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ntr" presetSubtype="0" fill="hold" grpId="0" nodeType="click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ntr" presetSubtype="0" fill="hold" grpId="0" nodeType="click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ntr" presetSubtype="0" fill="hold" grpId="0" nodeType="click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" presetClass="entr" presetSubtype="0" fill="hold" grpId="0" nodeType="click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" presetID="1" presetClass="entr" presetSubtype="0" fill="hold" grpId="0" nodeType="click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" presetID="1" presetClass="entr" presetSubtype="0" fill="hold" grpId="0" nodeType="click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" presetID="10" presetClass="entr" presetSubtype="0" fill="hold" grpId="0" nodeType="click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71308" y="5962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7130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68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968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1399" y="5876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505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52816" y="55530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72645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55060" y="5172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33229" y="55368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2011" y="2345055"/>
              <a:ext cx="6799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6048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64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86345" y="3182302"/>
              <a:ext cx="16479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498774" y="6079808"/>
            <a:ext cx="5194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11940" y="419611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958089" cy="708279"/>
            <a:chOff x="495300" y="323850"/>
            <a:chExt cx="6958089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5076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85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98519" y="469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5187892" cy="1470279"/>
            <a:chOff x="535686" y="400050"/>
            <a:chExt cx="5187892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4751" y="583882"/>
              <a:ext cx="2209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51878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8942" y="2606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1941" y="5898832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6004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72796" y="5692140"/>
              <a:ext cx="5846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470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22113" y="6051232"/>
            <a:ext cx="35385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882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90358" y="1824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0358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5910" y="1803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571629" y="6127432"/>
            <a:ext cx="30487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33071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883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904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458160" cy="708279"/>
            <a:chOff x="476250" y="323850"/>
            <a:chExt cx="645816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25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0194" y="19126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8561" y="55340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0285" y="251174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44221" y="2511742"/>
              <a:ext cx="1007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15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23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71941" y="6127432"/>
            <a:ext cx="44481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7285236" cy="692864"/>
            <a:chOff x="493963" y="377365"/>
            <a:chExt cx="728523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6339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7373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9447" y="2948940"/>
              <a:ext cx="2002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61266" y="2582228"/>
              <a:ext cx="22606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641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06458" y="5835015"/>
              <a:ext cx="6379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6077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3201" y="59997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703040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688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06146" y="6073140"/>
            <a:ext cx="4979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511356" cy="708279"/>
            <a:chOff x="476250" y="323850"/>
            <a:chExt cx="551135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977" y="507682"/>
              <a:ext cx="2752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587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72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6631" y="4832032"/>
              <a:ext cx="1007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931340" cy="914019"/>
            <a:chOff x="535686" y="501015"/>
            <a:chExt cx="4931340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931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949629" y="6130290"/>
            <a:ext cx="4292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881889" cy="708279"/>
            <a:chOff x="514350" y="361950"/>
            <a:chExt cx="6881889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3191" y="5457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415322" y="6015990"/>
            <a:ext cx="53613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786639" cy="708279"/>
            <a:chOff x="476250" y="323850"/>
            <a:chExt cx="6786639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553410" cy="708279"/>
            <a:chOff x="476250" y="304800"/>
            <a:chExt cx="655341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48863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8335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1502" y="55435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1999" y="1745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3285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40108" y="3022282"/>
              <a:ext cx="1054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82177" y="34794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64701" y="14030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750719" cy="352044"/>
            <a:chOff x="714756" y="5825490"/>
            <a:chExt cx="4750719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750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9507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05170" y="6070282"/>
            <a:ext cx="3981660" cy="322707"/>
            <a:chOff x="4105170" y="6070282"/>
            <a:chExt cx="3981660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05170" y="6070282"/>
              <a:ext cx="3981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25739" y="1898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1310" y="2774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6324" y="3650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8510" y="4527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4226" y="13458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22554" y="5749290"/>
              <a:ext cx="4203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317327" cy="657107"/>
            <a:chOff x="526070" y="375022"/>
            <a:chExt cx="5317327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974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291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544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887838" cy="1192911"/>
            <a:chOff x="495300" y="597218"/>
            <a:chExt cx="3887838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1266" y="9267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2026-08-26T19:18:30Z</dcterms:created>
  <dcterms:modified xsi:type="dcterms:W3CDTF">2026-08-26T19:18:30Z</dcterms:modified>
  <cp:category/>
  <cp:contentStatus/>
</cp:coreProperties>
</file>